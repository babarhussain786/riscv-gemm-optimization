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79024E-D944-4222-82FE-836C4B9CC2BE}" v="254" dt="2026-07-10T18:04:07.921"/>
    <p1510:client id="{FB4E3BBE-3C11-4B14-B2D2-1C12141DB54E}" v="663" dt="2026-07-10T18:50:47.5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0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ar HUSSAIN" userId="3c08c949-b6b6-4802-ab4f-9bcf79801f46" providerId="ADAL" clId="{80919996-0F21-47E9-8054-C661DDF69D4D}"/>
    <pc:docChg chg="custSel addSld delSld modSld">
      <pc:chgData name="Babar HUSSAIN" userId="3c08c949-b6b6-4802-ab4f-9bcf79801f46" providerId="ADAL" clId="{80919996-0F21-47E9-8054-C661DDF69D4D}" dt="2026-07-10T18:50:47.754" v="6995" actId="948"/>
      <pc:docMkLst>
        <pc:docMk/>
      </pc:docMkLst>
      <pc:sldChg chg="del">
        <pc:chgData name="Babar HUSSAIN" userId="3c08c949-b6b6-4802-ab4f-9bcf79801f46" providerId="ADAL" clId="{80919996-0F21-47E9-8054-C661DDF69D4D}" dt="2026-07-10T17:58:56.605" v="0" actId="2696"/>
        <pc:sldMkLst>
          <pc:docMk/>
          <pc:sldMk cId="710556618" sldId="256"/>
        </pc:sldMkLst>
      </pc:sldChg>
      <pc:sldChg chg="addSp modSp add mod setBg">
        <pc:chgData name="Babar HUSSAIN" userId="3c08c949-b6b6-4802-ab4f-9bcf79801f46" providerId="ADAL" clId="{80919996-0F21-47E9-8054-C661DDF69D4D}" dt="2026-07-10T18:50:35.154" v="5855" actId="948"/>
        <pc:sldMkLst>
          <pc:docMk/>
          <pc:sldMk cId="2093159248" sldId="256"/>
        </pc:sldMkLst>
        <pc:spChg chg="add mod">
          <ac:chgData name="Babar HUSSAIN" userId="3c08c949-b6b6-4802-ab4f-9bcf79801f46" providerId="ADAL" clId="{80919996-0F21-47E9-8054-C661DDF69D4D}" dt="2026-07-10T18:50:32.489" v="5676" actId="948"/>
          <ac:spMkLst>
            <pc:docMk/>
            <pc:sldMk cId="2093159248" sldId="256"/>
            <ac:spMk id="2" creationId="{CD6B1EF2-F86B-6732-99F4-770D2029FD4C}"/>
          </ac:spMkLst>
        </pc:spChg>
        <pc:spChg chg="add mod">
          <ac:chgData name="Babar HUSSAIN" userId="3c08c949-b6b6-4802-ab4f-9bcf79801f46" providerId="ADAL" clId="{80919996-0F21-47E9-8054-C661DDF69D4D}" dt="2026-07-10T18:50:32.650" v="5688" actId="948"/>
          <ac:spMkLst>
            <pc:docMk/>
            <pc:sldMk cId="2093159248" sldId="256"/>
            <ac:spMk id="3" creationId="{6573479D-B50F-7A2F-228C-018ADBD6A0AB}"/>
          </ac:spMkLst>
        </pc:spChg>
        <pc:spChg chg="add mod">
          <ac:chgData name="Babar HUSSAIN" userId="3c08c949-b6b6-4802-ab4f-9bcf79801f46" providerId="ADAL" clId="{80919996-0F21-47E9-8054-C661DDF69D4D}" dt="2026-07-10T18:50:32.776" v="5699" actId="948"/>
          <ac:spMkLst>
            <pc:docMk/>
            <pc:sldMk cId="2093159248" sldId="256"/>
            <ac:spMk id="4" creationId="{C45BEB39-FF0A-779D-B360-9B9DA0EA59D9}"/>
          </ac:spMkLst>
        </pc:spChg>
        <pc:spChg chg="add mod">
          <ac:chgData name="Babar HUSSAIN" userId="3c08c949-b6b6-4802-ab4f-9bcf79801f46" providerId="ADAL" clId="{80919996-0F21-47E9-8054-C661DDF69D4D}" dt="2026-07-10T18:50:32.895" v="5711" actId="948"/>
          <ac:spMkLst>
            <pc:docMk/>
            <pc:sldMk cId="2093159248" sldId="256"/>
            <ac:spMk id="5" creationId="{36A5460B-B51D-382C-BBC6-71B7F3A0DA15}"/>
          </ac:spMkLst>
        </pc:spChg>
        <pc:spChg chg="add mod">
          <ac:chgData name="Babar HUSSAIN" userId="3c08c949-b6b6-4802-ab4f-9bcf79801f46" providerId="ADAL" clId="{80919996-0F21-47E9-8054-C661DDF69D4D}" dt="2026-07-10T18:50:33.190" v="5725" actId="948"/>
          <ac:spMkLst>
            <pc:docMk/>
            <pc:sldMk cId="2093159248" sldId="256"/>
            <ac:spMk id="7" creationId="{CF24C3A6-49B7-BA8C-54F9-45C1E91E288A}"/>
          </ac:spMkLst>
        </pc:spChg>
        <pc:spChg chg="add mod">
          <ac:chgData name="Babar HUSSAIN" userId="3c08c949-b6b6-4802-ab4f-9bcf79801f46" providerId="ADAL" clId="{80919996-0F21-47E9-8054-C661DDF69D4D}" dt="2026-07-10T18:50:33.341" v="5737" actId="948"/>
          <ac:spMkLst>
            <pc:docMk/>
            <pc:sldMk cId="2093159248" sldId="256"/>
            <ac:spMk id="8" creationId="{6BD028F2-2A5A-54DC-3BA9-9E4F337A7A60}"/>
          </ac:spMkLst>
        </pc:spChg>
        <pc:spChg chg="add mod">
          <ac:chgData name="Babar HUSSAIN" userId="3c08c949-b6b6-4802-ab4f-9bcf79801f46" providerId="ADAL" clId="{80919996-0F21-47E9-8054-C661DDF69D4D}" dt="2026-07-10T18:50:33.476" v="5749" actId="948"/>
          <ac:spMkLst>
            <pc:docMk/>
            <pc:sldMk cId="2093159248" sldId="256"/>
            <ac:spMk id="9" creationId="{606F15DB-EAEE-3F8D-80A4-0034B3D68466}"/>
          </ac:spMkLst>
        </pc:spChg>
        <pc:spChg chg="add mod">
          <ac:chgData name="Babar HUSSAIN" userId="3c08c949-b6b6-4802-ab4f-9bcf79801f46" providerId="ADAL" clId="{80919996-0F21-47E9-8054-C661DDF69D4D}" dt="2026-07-10T18:50:33.603" v="5753" actId="1582"/>
          <ac:spMkLst>
            <pc:docMk/>
            <pc:sldMk cId="2093159248" sldId="256"/>
            <ac:spMk id="10" creationId="{DD21F166-0793-7046-1B3F-9BCD6ACD897F}"/>
          </ac:spMkLst>
        </pc:spChg>
        <pc:spChg chg="add mod">
          <ac:chgData name="Babar HUSSAIN" userId="3c08c949-b6b6-4802-ab4f-9bcf79801f46" providerId="ADAL" clId="{80919996-0F21-47E9-8054-C661DDF69D4D}" dt="2026-07-10T18:50:33.670" v="5756"/>
          <ac:spMkLst>
            <pc:docMk/>
            <pc:sldMk cId="2093159248" sldId="256"/>
            <ac:spMk id="11" creationId="{52983F35-4623-CF33-F3B6-D9C9E930C46B}"/>
          </ac:spMkLst>
        </pc:spChg>
        <pc:spChg chg="add mod">
          <ac:chgData name="Babar HUSSAIN" userId="3c08c949-b6b6-4802-ab4f-9bcf79801f46" providerId="ADAL" clId="{80919996-0F21-47E9-8054-C661DDF69D4D}" dt="2026-07-10T18:50:33.847" v="5768" actId="948"/>
          <ac:spMkLst>
            <pc:docMk/>
            <pc:sldMk cId="2093159248" sldId="256"/>
            <ac:spMk id="12" creationId="{CB815DB8-3B6E-81DF-8D09-A18DF5DF912A}"/>
          </ac:spMkLst>
        </pc:spChg>
        <pc:spChg chg="add mod">
          <ac:chgData name="Babar HUSSAIN" userId="3c08c949-b6b6-4802-ab4f-9bcf79801f46" providerId="ADAL" clId="{80919996-0F21-47E9-8054-C661DDF69D4D}" dt="2026-07-10T18:50:33.967" v="5779" actId="948"/>
          <ac:spMkLst>
            <pc:docMk/>
            <pc:sldMk cId="2093159248" sldId="256"/>
            <ac:spMk id="13" creationId="{BC750CCF-C810-AFE9-5691-706C9A93495F}"/>
          </ac:spMkLst>
        </pc:spChg>
        <pc:spChg chg="add mod">
          <ac:chgData name="Babar HUSSAIN" userId="3c08c949-b6b6-4802-ab4f-9bcf79801f46" providerId="ADAL" clId="{80919996-0F21-47E9-8054-C661DDF69D4D}" dt="2026-07-10T18:50:34.012" v="5783" actId="1582"/>
          <ac:spMkLst>
            <pc:docMk/>
            <pc:sldMk cId="2093159248" sldId="256"/>
            <ac:spMk id="14" creationId="{A17202B5-A328-07D9-B685-F4D1374E6BAC}"/>
          </ac:spMkLst>
        </pc:spChg>
        <pc:spChg chg="add mod">
          <ac:chgData name="Babar HUSSAIN" userId="3c08c949-b6b6-4802-ab4f-9bcf79801f46" providerId="ADAL" clId="{80919996-0F21-47E9-8054-C661DDF69D4D}" dt="2026-07-10T18:50:34.043" v="5786"/>
          <ac:spMkLst>
            <pc:docMk/>
            <pc:sldMk cId="2093159248" sldId="256"/>
            <ac:spMk id="15" creationId="{1317BD63-FE8C-97B0-EABE-A064DF18A52F}"/>
          </ac:spMkLst>
        </pc:spChg>
        <pc:spChg chg="add mod">
          <ac:chgData name="Babar HUSSAIN" userId="3c08c949-b6b6-4802-ab4f-9bcf79801f46" providerId="ADAL" clId="{80919996-0F21-47E9-8054-C661DDF69D4D}" dt="2026-07-10T18:50:34.227" v="5798" actId="948"/>
          <ac:spMkLst>
            <pc:docMk/>
            <pc:sldMk cId="2093159248" sldId="256"/>
            <ac:spMk id="16" creationId="{5D22D915-1BDA-A500-2147-E0221F0AA622}"/>
          </ac:spMkLst>
        </pc:spChg>
        <pc:spChg chg="add mod">
          <ac:chgData name="Babar HUSSAIN" userId="3c08c949-b6b6-4802-ab4f-9bcf79801f46" providerId="ADAL" clId="{80919996-0F21-47E9-8054-C661DDF69D4D}" dt="2026-07-10T18:50:34.420" v="5809" actId="948"/>
          <ac:spMkLst>
            <pc:docMk/>
            <pc:sldMk cId="2093159248" sldId="256"/>
            <ac:spMk id="17" creationId="{72AFBF67-5F4D-B241-C6C1-99BBFF5688E4}"/>
          </ac:spMkLst>
        </pc:spChg>
        <pc:spChg chg="add mod">
          <ac:chgData name="Babar HUSSAIN" userId="3c08c949-b6b6-4802-ab4f-9bcf79801f46" providerId="ADAL" clId="{80919996-0F21-47E9-8054-C661DDF69D4D}" dt="2026-07-10T18:50:34.481" v="5813" actId="1582"/>
          <ac:spMkLst>
            <pc:docMk/>
            <pc:sldMk cId="2093159248" sldId="256"/>
            <ac:spMk id="18" creationId="{4981DE97-DD2A-C042-1F18-4E010FD1E926}"/>
          </ac:spMkLst>
        </pc:spChg>
        <pc:spChg chg="add mod">
          <ac:chgData name="Babar HUSSAIN" userId="3c08c949-b6b6-4802-ab4f-9bcf79801f46" providerId="ADAL" clId="{80919996-0F21-47E9-8054-C661DDF69D4D}" dt="2026-07-10T18:50:34.518" v="5816"/>
          <ac:spMkLst>
            <pc:docMk/>
            <pc:sldMk cId="2093159248" sldId="256"/>
            <ac:spMk id="19" creationId="{00C3263F-6706-085D-3E9C-A12EFA498A45}"/>
          </ac:spMkLst>
        </pc:spChg>
        <pc:spChg chg="add mod">
          <ac:chgData name="Babar HUSSAIN" userId="3c08c949-b6b6-4802-ab4f-9bcf79801f46" providerId="ADAL" clId="{80919996-0F21-47E9-8054-C661DDF69D4D}" dt="2026-07-10T18:50:34.734" v="5828" actId="948"/>
          <ac:spMkLst>
            <pc:docMk/>
            <pc:sldMk cId="2093159248" sldId="256"/>
            <ac:spMk id="20" creationId="{EE9BB058-AADD-57AF-E295-14544851784F}"/>
          </ac:spMkLst>
        </pc:spChg>
        <pc:spChg chg="add mod">
          <ac:chgData name="Babar HUSSAIN" userId="3c08c949-b6b6-4802-ab4f-9bcf79801f46" providerId="ADAL" clId="{80919996-0F21-47E9-8054-C661DDF69D4D}" dt="2026-07-10T18:50:34.884" v="5839" actId="948"/>
          <ac:spMkLst>
            <pc:docMk/>
            <pc:sldMk cId="2093159248" sldId="256"/>
            <ac:spMk id="21" creationId="{8C6FD9CC-7E68-9109-84EB-FC1F78825626}"/>
          </ac:spMkLst>
        </pc:spChg>
        <pc:spChg chg="add mod">
          <ac:chgData name="Babar HUSSAIN" userId="3c08c949-b6b6-4802-ab4f-9bcf79801f46" providerId="ADAL" clId="{80919996-0F21-47E9-8054-C661DDF69D4D}" dt="2026-07-10T18:50:34.937" v="5843" actId="1582"/>
          <ac:spMkLst>
            <pc:docMk/>
            <pc:sldMk cId="2093159248" sldId="256"/>
            <ac:spMk id="22" creationId="{20AF25FF-D613-8123-8016-D6244116E23B}"/>
          </ac:spMkLst>
        </pc:spChg>
        <pc:spChg chg="add mod">
          <ac:chgData name="Babar HUSSAIN" userId="3c08c949-b6b6-4802-ab4f-9bcf79801f46" providerId="ADAL" clId="{80919996-0F21-47E9-8054-C661DDF69D4D}" dt="2026-07-10T18:50:35.154" v="5855" actId="948"/>
          <ac:spMkLst>
            <pc:docMk/>
            <pc:sldMk cId="2093159248" sldId="256"/>
            <ac:spMk id="23" creationId="{755FA108-BFF0-2BBE-369F-9C9269525223}"/>
          </ac:spMkLst>
        </pc:spChg>
        <pc:cxnChg chg="add mod">
          <ac:chgData name="Babar HUSSAIN" userId="3c08c949-b6b6-4802-ab4f-9bcf79801f46" providerId="ADAL" clId="{80919996-0F21-47E9-8054-C661DDF69D4D}" dt="2026-07-10T18:50:33.084" v="5714" actId="1582"/>
          <ac:cxnSpMkLst>
            <pc:docMk/>
            <pc:sldMk cId="2093159248" sldId="256"/>
            <ac:cxnSpMk id="6" creationId="{6592DF95-E071-0F6A-A8CC-53C5EF1D2BE5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03:51.014" v="1184" actId="2696"/>
        <pc:sldMkLst>
          <pc:docMk/>
          <pc:sldMk cId="3311549213" sldId="256"/>
        </pc:sldMkLst>
        <pc:spChg chg="add mod">
          <ac:chgData name="Babar HUSSAIN" userId="3c08c949-b6b6-4802-ab4f-9bcf79801f46" providerId="ADAL" clId="{80919996-0F21-47E9-8054-C661DDF69D4D}" dt="2026-07-10T17:58:57.728" v="18" actId="948"/>
          <ac:spMkLst>
            <pc:docMk/>
            <pc:sldMk cId="3311549213" sldId="256"/>
            <ac:spMk id="2" creationId="{ECA72165-CC03-FFB4-0E87-CA108AB4AF1E}"/>
          </ac:spMkLst>
        </pc:spChg>
        <pc:spChg chg="add mod">
          <ac:chgData name="Babar HUSSAIN" userId="3c08c949-b6b6-4802-ab4f-9bcf79801f46" providerId="ADAL" clId="{80919996-0F21-47E9-8054-C661DDF69D4D}" dt="2026-07-10T17:58:57.973" v="30" actId="948"/>
          <ac:spMkLst>
            <pc:docMk/>
            <pc:sldMk cId="3311549213" sldId="256"/>
            <ac:spMk id="3" creationId="{F48D69AE-710A-F193-516C-75ED3CC27F9E}"/>
          </ac:spMkLst>
        </pc:spChg>
        <pc:spChg chg="add mod">
          <ac:chgData name="Babar HUSSAIN" userId="3c08c949-b6b6-4802-ab4f-9bcf79801f46" providerId="ADAL" clId="{80919996-0F21-47E9-8054-C661DDF69D4D}" dt="2026-07-10T17:58:58.123" v="42" actId="948"/>
          <ac:spMkLst>
            <pc:docMk/>
            <pc:sldMk cId="3311549213" sldId="256"/>
            <ac:spMk id="4" creationId="{1073AB39-0289-297C-AFDA-1FFA0DCF30F6}"/>
          </ac:spMkLst>
        </pc:spChg>
        <pc:spChg chg="add mod">
          <ac:chgData name="Babar HUSSAIN" userId="3c08c949-b6b6-4802-ab4f-9bcf79801f46" providerId="ADAL" clId="{80919996-0F21-47E9-8054-C661DDF69D4D}" dt="2026-07-10T17:58:58.365" v="57" actId="948"/>
          <ac:spMkLst>
            <pc:docMk/>
            <pc:sldMk cId="3311549213" sldId="256"/>
            <ac:spMk id="6" creationId="{D0321C97-9A32-2B06-E021-EA2B3C97E977}"/>
          </ac:spMkLst>
        </pc:spChg>
        <pc:spChg chg="add mod">
          <ac:chgData name="Babar HUSSAIN" userId="3c08c949-b6b6-4802-ab4f-9bcf79801f46" providerId="ADAL" clId="{80919996-0F21-47E9-8054-C661DDF69D4D}" dt="2026-07-10T17:58:58.717" v="75" actId="207"/>
          <ac:spMkLst>
            <pc:docMk/>
            <pc:sldMk cId="3311549213" sldId="256"/>
            <ac:spMk id="7" creationId="{3DADB4FB-CEEA-7580-9299-9A6E629FE783}"/>
          </ac:spMkLst>
        </pc:spChg>
        <pc:spChg chg="add mod">
          <ac:chgData name="Babar HUSSAIN" userId="3c08c949-b6b6-4802-ab4f-9bcf79801f46" providerId="ADAL" clId="{80919996-0F21-47E9-8054-C661DDF69D4D}" dt="2026-07-10T17:58:58.513" v="64"/>
          <ac:spMkLst>
            <pc:docMk/>
            <pc:sldMk cId="3311549213" sldId="256"/>
            <ac:spMk id="8" creationId="{1DB3719C-923B-5102-95EA-ED36C187D342}"/>
          </ac:spMkLst>
        </pc:spChg>
        <pc:spChg chg="add mod">
          <ac:chgData name="Babar HUSSAIN" userId="3c08c949-b6b6-4802-ab4f-9bcf79801f46" providerId="ADAL" clId="{80919996-0F21-47E9-8054-C661DDF69D4D}" dt="2026-07-10T17:58:58.930" v="93" actId="207"/>
          <ac:spMkLst>
            <pc:docMk/>
            <pc:sldMk cId="3311549213" sldId="256"/>
            <ac:spMk id="9" creationId="{4BD10F6D-893E-70A4-C7B7-FAD9E09C5A65}"/>
          </ac:spMkLst>
        </pc:spChg>
        <pc:spChg chg="add mod">
          <ac:chgData name="Babar HUSSAIN" userId="3c08c949-b6b6-4802-ab4f-9bcf79801f46" providerId="ADAL" clId="{80919996-0F21-47E9-8054-C661DDF69D4D}" dt="2026-07-10T17:58:58.775" v="82"/>
          <ac:spMkLst>
            <pc:docMk/>
            <pc:sldMk cId="3311549213" sldId="256"/>
            <ac:spMk id="10" creationId="{117A4AD0-367E-3A68-6923-CFB812733711}"/>
          </ac:spMkLst>
        </pc:spChg>
        <pc:spChg chg="add mod">
          <ac:chgData name="Babar HUSSAIN" userId="3c08c949-b6b6-4802-ab4f-9bcf79801f46" providerId="ADAL" clId="{80919996-0F21-47E9-8054-C661DDF69D4D}" dt="2026-07-10T17:58:59.125" v="111" actId="207"/>
          <ac:spMkLst>
            <pc:docMk/>
            <pc:sldMk cId="3311549213" sldId="256"/>
            <ac:spMk id="11" creationId="{D04BAFA2-7B67-124B-C33C-934710F0DA02}"/>
          </ac:spMkLst>
        </pc:spChg>
        <pc:spChg chg="add mod">
          <ac:chgData name="Babar HUSSAIN" userId="3c08c949-b6b6-4802-ab4f-9bcf79801f46" providerId="ADAL" clId="{80919996-0F21-47E9-8054-C661DDF69D4D}" dt="2026-07-10T17:58:58.991" v="100"/>
          <ac:spMkLst>
            <pc:docMk/>
            <pc:sldMk cId="3311549213" sldId="256"/>
            <ac:spMk id="12" creationId="{779E3D62-9A58-EDD3-1CD6-48A300F004BF}"/>
          </ac:spMkLst>
        </pc:spChg>
        <pc:spChg chg="add mod">
          <ac:chgData name="Babar HUSSAIN" userId="3c08c949-b6b6-4802-ab4f-9bcf79801f46" providerId="ADAL" clId="{80919996-0F21-47E9-8054-C661DDF69D4D}" dt="2026-07-10T17:58:59.331" v="125" actId="947"/>
          <ac:spMkLst>
            <pc:docMk/>
            <pc:sldMk cId="3311549213" sldId="256"/>
            <ac:spMk id="13" creationId="{97AE1687-F7AE-1AA4-B695-244C4428396A}"/>
          </ac:spMkLst>
        </pc:spChg>
        <pc:spChg chg="add mod">
          <ac:chgData name="Babar HUSSAIN" userId="3c08c949-b6b6-4802-ab4f-9bcf79801f46" providerId="ADAL" clId="{80919996-0F21-47E9-8054-C661DDF69D4D}" dt="2026-07-10T17:58:59.873" v="143" actId="947"/>
          <ac:spMkLst>
            <pc:docMk/>
            <pc:sldMk cId="3311549213" sldId="256"/>
            <ac:spMk id="15" creationId="{CAE64E7F-5614-FF9E-786D-3E8FFC86FE7F}"/>
          </ac:spMkLst>
        </pc:spChg>
        <pc:spChg chg="add mod">
          <ac:chgData name="Babar HUSSAIN" userId="3c08c949-b6b6-4802-ab4f-9bcf79801f46" providerId="ADAL" clId="{80919996-0F21-47E9-8054-C661DDF69D4D}" dt="2026-07-10T17:59:00.204" v="161" actId="947"/>
          <ac:spMkLst>
            <pc:docMk/>
            <pc:sldMk cId="3311549213" sldId="256"/>
            <ac:spMk id="17" creationId="{01ADED70-0793-E1F4-DB69-35CD9CC4E2C0}"/>
          </ac:spMkLst>
        </pc:spChg>
        <pc:spChg chg="add mod">
          <ac:chgData name="Babar HUSSAIN" userId="3c08c949-b6b6-4802-ab4f-9bcf79801f46" providerId="ADAL" clId="{80919996-0F21-47E9-8054-C661DDF69D4D}" dt="2026-07-10T18:00:20.142" v="1182" actId="20577"/>
          <ac:spMkLst>
            <pc:docMk/>
            <pc:sldMk cId="3311549213" sldId="256"/>
            <ac:spMk id="18" creationId="{454E37E0-678D-35A3-636F-8C4C528EC0E8}"/>
          </ac:spMkLst>
        </pc:spChg>
        <pc:spChg chg="add mod">
          <ac:chgData name="Babar HUSSAIN" userId="3c08c949-b6b6-4802-ab4f-9bcf79801f46" providerId="ADAL" clId="{80919996-0F21-47E9-8054-C661DDF69D4D}" dt="2026-07-10T17:59:00.730" v="187" actId="948"/>
          <ac:spMkLst>
            <pc:docMk/>
            <pc:sldMk cId="3311549213" sldId="256"/>
            <ac:spMk id="19" creationId="{D2C61C16-8B6A-AC85-5FB8-D4E8FA0C298D}"/>
          </ac:spMkLst>
        </pc:spChg>
        <pc:spChg chg="add mod">
          <ac:chgData name="Babar HUSSAIN" userId="3c08c949-b6b6-4802-ab4f-9bcf79801f46" providerId="ADAL" clId="{80919996-0F21-47E9-8054-C661DDF69D4D}" dt="2026-07-10T17:59:14.014" v="1133" actId="948"/>
          <ac:spMkLst>
            <pc:docMk/>
            <pc:sldMk cId="3311549213" sldId="256"/>
            <ac:spMk id="20" creationId="{E5F5B962-7344-2699-E79C-196DE4FB90E5}"/>
          </ac:spMkLst>
        </pc:spChg>
        <pc:cxnChg chg="add mod">
          <ac:chgData name="Babar HUSSAIN" userId="3c08c949-b6b6-4802-ab4f-9bcf79801f46" providerId="ADAL" clId="{80919996-0F21-47E9-8054-C661DDF69D4D}" dt="2026-07-10T17:58:58.205" v="45" actId="1582"/>
          <ac:cxnSpMkLst>
            <pc:docMk/>
            <pc:sldMk cId="3311549213" sldId="256"/>
            <ac:cxnSpMk id="5" creationId="{F1AD91C6-12B9-5CA4-8F01-6455348FFD0E}"/>
          </ac:cxnSpMkLst>
        </pc:cxnChg>
        <pc:cxnChg chg="add mod">
          <ac:chgData name="Babar HUSSAIN" userId="3c08c949-b6b6-4802-ab4f-9bcf79801f46" providerId="ADAL" clId="{80919996-0F21-47E9-8054-C661DDF69D4D}" dt="2026-07-10T17:58:59.432" v="129"/>
          <ac:cxnSpMkLst>
            <pc:docMk/>
            <pc:sldMk cId="3311549213" sldId="256"/>
            <ac:cxnSpMk id="14" creationId="{63890EAA-0321-0960-2D7C-9C88457A5497}"/>
          </ac:cxnSpMkLst>
        </pc:cxnChg>
        <pc:cxnChg chg="add mod">
          <ac:chgData name="Babar HUSSAIN" userId="3c08c949-b6b6-4802-ab4f-9bcf79801f46" providerId="ADAL" clId="{80919996-0F21-47E9-8054-C661DDF69D4D}" dt="2026-07-10T17:58:59.932" v="147"/>
          <ac:cxnSpMkLst>
            <pc:docMk/>
            <pc:sldMk cId="3311549213" sldId="256"/>
            <ac:cxnSpMk id="16" creationId="{CC3A834C-A4CA-DA4F-9C9C-527AB38F1C85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45:56.952" v="4214" actId="2696"/>
        <pc:sldMkLst>
          <pc:docMk/>
          <pc:sldMk cId="3659044565" sldId="256"/>
        </pc:sldMkLst>
        <pc:spChg chg="add mod">
          <ac:chgData name="Babar HUSSAIN" userId="3c08c949-b6b6-4802-ab4f-9bcf79801f46" providerId="ADAL" clId="{80919996-0F21-47E9-8054-C661DDF69D4D}" dt="2026-07-10T18:39:45.989" v="2651" actId="948"/>
          <ac:spMkLst>
            <pc:docMk/>
            <pc:sldMk cId="3659044565" sldId="256"/>
            <ac:spMk id="2" creationId="{F3041FAE-493F-078B-A30A-6485E37E1B2C}"/>
          </ac:spMkLst>
        </pc:spChg>
        <pc:spChg chg="add mod">
          <ac:chgData name="Babar HUSSAIN" userId="3c08c949-b6b6-4802-ab4f-9bcf79801f46" providerId="ADAL" clId="{80919996-0F21-47E9-8054-C661DDF69D4D}" dt="2026-07-10T18:39:46.228" v="2663" actId="948"/>
          <ac:spMkLst>
            <pc:docMk/>
            <pc:sldMk cId="3659044565" sldId="256"/>
            <ac:spMk id="3" creationId="{5C66D893-38FA-A88E-87C2-F7018C569810}"/>
          </ac:spMkLst>
        </pc:spChg>
        <pc:spChg chg="add mod">
          <ac:chgData name="Babar HUSSAIN" userId="3c08c949-b6b6-4802-ab4f-9bcf79801f46" providerId="ADAL" clId="{80919996-0F21-47E9-8054-C661DDF69D4D}" dt="2026-07-10T18:39:46.503" v="2675" actId="948"/>
          <ac:spMkLst>
            <pc:docMk/>
            <pc:sldMk cId="3659044565" sldId="256"/>
            <ac:spMk id="4" creationId="{DB2D83A7-24AE-D702-312D-F865376E4127}"/>
          </ac:spMkLst>
        </pc:spChg>
        <pc:spChg chg="add mod">
          <ac:chgData name="Babar HUSSAIN" userId="3c08c949-b6b6-4802-ab4f-9bcf79801f46" providerId="ADAL" clId="{80919996-0F21-47E9-8054-C661DDF69D4D}" dt="2026-07-10T18:39:46.771" v="2689" actId="948"/>
          <ac:spMkLst>
            <pc:docMk/>
            <pc:sldMk cId="3659044565" sldId="256"/>
            <ac:spMk id="6" creationId="{F3CDF626-BB7B-6E6A-BF81-1D11D2BE2B2F}"/>
          </ac:spMkLst>
        </pc:spChg>
        <pc:spChg chg="add mod">
          <ac:chgData name="Babar HUSSAIN" userId="3c08c949-b6b6-4802-ab4f-9bcf79801f46" providerId="ADAL" clId="{80919996-0F21-47E9-8054-C661DDF69D4D}" dt="2026-07-10T18:39:46.966" v="2701" actId="948"/>
          <ac:spMkLst>
            <pc:docMk/>
            <pc:sldMk cId="3659044565" sldId="256"/>
            <ac:spMk id="7" creationId="{0184EA4B-2CEE-F46C-AED6-3FDEB35DF6E5}"/>
          </ac:spMkLst>
        </pc:spChg>
        <pc:spChg chg="add mod">
          <ac:chgData name="Babar HUSSAIN" userId="3c08c949-b6b6-4802-ab4f-9bcf79801f46" providerId="ADAL" clId="{80919996-0F21-47E9-8054-C661DDF69D4D}" dt="2026-07-10T18:39:47.109" v="2713" actId="948"/>
          <ac:spMkLst>
            <pc:docMk/>
            <pc:sldMk cId="3659044565" sldId="256"/>
            <ac:spMk id="8" creationId="{50A5A3FE-C0A7-CDE9-DA78-D74B89133665}"/>
          </ac:spMkLst>
        </pc:spChg>
        <pc:spChg chg="add mod">
          <ac:chgData name="Babar HUSSAIN" userId="3c08c949-b6b6-4802-ab4f-9bcf79801f46" providerId="ADAL" clId="{80919996-0F21-47E9-8054-C661DDF69D4D}" dt="2026-07-10T18:39:47.223" v="2717" actId="1582"/>
          <ac:spMkLst>
            <pc:docMk/>
            <pc:sldMk cId="3659044565" sldId="256"/>
            <ac:spMk id="9" creationId="{E59E4482-6874-33A1-1D07-3ED28EBEB5CF}"/>
          </ac:spMkLst>
        </pc:spChg>
        <pc:spChg chg="add mod">
          <ac:chgData name="Babar HUSSAIN" userId="3c08c949-b6b6-4802-ab4f-9bcf79801f46" providerId="ADAL" clId="{80919996-0F21-47E9-8054-C661DDF69D4D}" dt="2026-07-10T18:39:47.291" v="2720"/>
          <ac:spMkLst>
            <pc:docMk/>
            <pc:sldMk cId="3659044565" sldId="256"/>
            <ac:spMk id="10" creationId="{AD90A245-AD36-2731-96FE-568A45924D8C}"/>
          </ac:spMkLst>
        </pc:spChg>
        <pc:spChg chg="add mod">
          <ac:chgData name="Babar HUSSAIN" userId="3c08c949-b6b6-4802-ab4f-9bcf79801f46" providerId="ADAL" clId="{80919996-0F21-47E9-8054-C661DDF69D4D}" dt="2026-07-10T18:39:47.417" v="2732" actId="948"/>
          <ac:spMkLst>
            <pc:docMk/>
            <pc:sldMk cId="3659044565" sldId="256"/>
            <ac:spMk id="11" creationId="{E4C57F49-9331-63C4-8C9E-3ADFE83B8AD0}"/>
          </ac:spMkLst>
        </pc:spChg>
        <pc:spChg chg="add mod">
          <ac:chgData name="Babar HUSSAIN" userId="3c08c949-b6b6-4802-ab4f-9bcf79801f46" providerId="ADAL" clId="{80919996-0F21-47E9-8054-C661DDF69D4D}" dt="2026-07-10T18:39:47.597" v="2743" actId="948"/>
          <ac:spMkLst>
            <pc:docMk/>
            <pc:sldMk cId="3659044565" sldId="256"/>
            <ac:spMk id="12" creationId="{438C276B-1500-A389-6FE7-086B4544AC5F}"/>
          </ac:spMkLst>
        </pc:spChg>
        <pc:spChg chg="add mod">
          <ac:chgData name="Babar HUSSAIN" userId="3c08c949-b6b6-4802-ab4f-9bcf79801f46" providerId="ADAL" clId="{80919996-0F21-47E9-8054-C661DDF69D4D}" dt="2026-07-10T18:39:47.643" v="2747" actId="1582"/>
          <ac:spMkLst>
            <pc:docMk/>
            <pc:sldMk cId="3659044565" sldId="256"/>
            <ac:spMk id="13" creationId="{4134DD46-08D1-FC61-9925-559926DA95EB}"/>
          </ac:spMkLst>
        </pc:spChg>
        <pc:spChg chg="add mod">
          <ac:chgData name="Babar HUSSAIN" userId="3c08c949-b6b6-4802-ab4f-9bcf79801f46" providerId="ADAL" clId="{80919996-0F21-47E9-8054-C661DDF69D4D}" dt="2026-07-10T18:39:47.672" v="2750"/>
          <ac:spMkLst>
            <pc:docMk/>
            <pc:sldMk cId="3659044565" sldId="256"/>
            <ac:spMk id="14" creationId="{57E3B282-F8B6-0DF8-DD73-E8AB47C8F99C}"/>
          </ac:spMkLst>
        </pc:spChg>
        <pc:spChg chg="add mod">
          <ac:chgData name="Babar HUSSAIN" userId="3c08c949-b6b6-4802-ab4f-9bcf79801f46" providerId="ADAL" clId="{80919996-0F21-47E9-8054-C661DDF69D4D}" dt="2026-07-10T18:39:47.823" v="2762" actId="948"/>
          <ac:spMkLst>
            <pc:docMk/>
            <pc:sldMk cId="3659044565" sldId="256"/>
            <ac:spMk id="15" creationId="{092FDD87-5523-C035-6BA9-2FB96F044F5A}"/>
          </ac:spMkLst>
        </pc:spChg>
        <pc:spChg chg="add mod">
          <ac:chgData name="Babar HUSSAIN" userId="3c08c949-b6b6-4802-ab4f-9bcf79801f46" providerId="ADAL" clId="{80919996-0F21-47E9-8054-C661DDF69D4D}" dt="2026-07-10T18:39:47.931" v="2773" actId="948"/>
          <ac:spMkLst>
            <pc:docMk/>
            <pc:sldMk cId="3659044565" sldId="256"/>
            <ac:spMk id="16" creationId="{8E1592AA-D356-938F-6A28-D9D93C91585C}"/>
          </ac:spMkLst>
        </pc:spChg>
        <pc:spChg chg="add mod">
          <ac:chgData name="Babar HUSSAIN" userId="3c08c949-b6b6-4802-ab4f-9bcf79801f46" providerId="ADAL" clId="{80919996-0F21-47E9-8054-C661DDF69D4D}" dt="2026-07-10T18:39:47.971" v="2777" actId="1582"/>
          <ac:spMkLst>
            <pc:docMk/>
            <pc:sldMk cId="3659044565" sldId="256"/>
            <ac:spMk id="17" creationId="{06AA6537-EFEC-B4C6-35BB-8D0FF16037DD}"/>
          </ac:spMkLst>
        </pc:spChg>
        <pc:spChg chg="add mod">
          <ac:chgData name="Babar HUSSAIN" userId="3c08c949-b6b6-4802-ab4f-9bcf79801f46" providerId="ADAL" clId="{80919996-0F21-47E9-8054-C661DDF69D4D}" dt="2026-07-10T18:39:47.999" v="2780"/>
          <ac:spMkLst>
            <pc:docMk/>
            <pc:sldMk cId="3659044565" sldId="256"/>
            <ac:spMk id="18" creationId="{1750E8BB-25DC-53DF-3691-069CDDE0AD47}"/>
          </ac:spMkLst>
        </pc:spChg>
        <pc:spChg chg="add mod">
          <ac:chgData name="Babar HUSSAIN" userId="3c08c949-b6b6-4802-ab4f-9bcf79801f46" providerId="ADAL" clId="{80919996-0F21-47E9-8054-C661DDF69D4D}" dt="2026-07-10T18:39:48.145" v="2792" actId="948"/>
          <ac:spMkLst>
            <pc:docMk/>
            <pc:sldMk cId="3659044565" sldId="256"/>
            <ac:spMk id="19" creationId="{EAD4E3CD-AA8D-37DF-9386-510B3BB0C612}"/>
          </ac:spMkLst>
        </pc:spChg>
        <pc:spChg chg="add mod">
          <ac:chgData name="Babar HUSSAIN" userId="3c08c949-b6b6-4802-ab4f-9bcf79801f46" providerId="ADAL" clId="{80919996-0F21-47E9-8054-C661DDF69D4D}" dt="2026-07-10T18:39:48.266" v="2803" actId="948"/>
          <ac:spMkLst>
            <pc:docMk/>
            <pc:sldMk cId="3659044565" sldId="256"/>
            <ac:spMk id="20" creationId="{0DB3327F-C550-C33F-4553-FE567AEAA20D}"/>
          </ac:spMkLst>
        </pc:spChg>
        <pc:spChg chg="add mod">
          <ac:chgData name="Babar HUSSAIN" userId="3c08c949-b6b6-4802-ab4f-9bcf79801f46" providerId="ADAL" clId="{80919996-0F21-47E9-8054-C661DDF69D4D}" dt="2026-07-10T18:39:48.337" v="2807" actId="1582"/>
          <ac:spMkLst>
            <pc:docMk/>
            <pc:sldMk cId="3659044565" sldId="256"/>
            <ac:spMk id="21" creationId="{498E6D75-543A-EF5F-697F-979F3EEECF7A}"/>
          </ac:spMkLst>
        </pc:spChg>
        <pc:spChg chg="add mod">
          <ac:chgData name="Babar HUSSAIN" userId="3c08c949-b6b6-4802-ab4f-9bcf79801f46" providerId="ADAL" clId="{80919996-0F21-47E9-8054-C661DDF69D4D}" dt="2026-07-10T18:39:48.517" v="2819" actId="948"/>
          <ac:spMkLst>
            <pc:docMk/>
            <pc:sldMk cId="3659044565" sldId="256"/>
            <ac:spMk id="22" creationId="{8AB8D0E7-1E11-8C87-2140-BBB7EA7AE151}"/>
          </ac:spMkLst>
        </pc:spChg>
        <pc:spChg chg="add mod">
          <ac:chgData name="Babar HUSSAIN" userId="3c08c949-b6b6-4802-ab4f-9bcf79801f46" providerId="ADAL" clId="{80919996-0F21-47E9-8054-C661DDF69D4D}" dt="2026-07-10T18:39:48.710" v="2827" actId="1582"/>
          <ac:spMkLst>
            <pc:docMk/>
            <pc:sldMk cId="3659044565" sldId="256"/>
            <ac:spMk id="24" creationId="{4361083E-76E5-5FB6-7197-C2A122E6AFBF}"/>
          </ac:spMkLst>
        </pc:spChg>
        <pc:spChg chg="add mod">
          <ac:chgData name="Babar HUSSAIN" userId="3c08c949-b6b6-4802-ab4f-9bcf79801f46" providerId="ADAL" clId="{80919996-0F21-47E9-8054-C661DDF69D4D}" dt="2026-07-10T18:39:48.860" v="2839" actId="948"/>
          <ac:spMkLst>
            <pc:docMk/>
            <pc:sldMk cId="3659044565" sldId="256"/>
            <ac:spMk id="25" creationId="{3D0ED09A-C704-AC38-DD88-8C902D9E886F}"/>
          </ac:spMkLst>
        </pc:spChg>
        <pc:spChg chg="add mod">
          <ac:chgData name="Babar HUSSAIN" userId="3c08c949-b6b6-4802-ab4f-9bcf79801f46" providerId="ADAL" clId="{80919996-0F21-47E9-8054-C661DDF69D4D}" dt="2026-07-10T18:39:48.941" v="2847" actId="1582"/>
          <ac:spMkLst>
            <pc:docMk/>
            <pc:sldMk cId="3659044565" sldId="256"/>
            <ac:spMk id="27" creationId="{34301DDE-256B-53B1-05DF-AF2548938B87}"/>
          </ac:spMkLst>
        </pc:spChg>
        <pc:spChg chg="add mod">
          <ac:chgData name="Babar HUSSAIN" userId="3c08c949-b6b6-4802-ab4f-9bcf79801f46" providerId="ADAL" clId="{80919996-0F21-47E9-8054-C661DDF69D4D}" dt="2026-07-10T18:39:49.127" v="2859" actId="948"/>
          <ac:spMkLst>
            <pc:docMk/>
            <pc:sldMk cId="3659044565" sldId="256"/>
            <ac:spMk id="28" creationId="{45A38FE6-D7CD-28F9-2295-3B13B0A69C7E}"/>
          </ac:spMkLst>
        </pc:spChg>
        <pc:spChg chg="add mod">
          <ac:chgData name="Babar HUSSAIN" userId="3c08c949-b6b6-4802-ab4f-9bcf79801f46" providerId="ADAL" clId="{80919996-0F21-47E9-8054-C661DDF69D4D}" dt="2026-07-10T18:39:49.314" v="2870" actId="948"/>
          <ac:spMkLst>
            <pc:docMk/>
            <pc:sldMk cId="3659044565" sldId="256"/>
            <ac:spMk id="29" creationId="{246F6031-EDC7-480A-3751-48EA41D8FF60}"/>
          </ac:spMkLst>
        </pc:spChg>
        <pc:cxnChg chg="add mod">
          <ac:chgData name="Babar HUSSAIN" userId="3c08c949-b6b6-4802-ab4f-9bcf79801f46" providerId="ADAL" clId="{80919996-0F21-47E9-8054-C661DDF69D4D}" dt="2026-07-10T18:39:46.602" v="2678" actId="1582"/>
          <ac:cxnSpMkLst>
            <pc:docMk/>
            <pc:sldMk cId="3659044565" sldId="256"/>
            <ac:cxnSpMk id="5" creationId="{7A742960-1D41-EA38-88D4-A2F40D22E247}"/>
          </ac:cxnSpMkLst>
        </pc:cxnChg>
        <pc:cxnChg chg="add mod">
          <ac:chgData name="Babar HUSSAIN" userId="3c08c949-b6b6-4802-ab4f-9bcf79801f46" providerId="ADAL" clId="{80919996-0F21-47E9-8054-C661DDF69D4D}" dt="2026-07-10T18:39:48.649" v="2823"/>
          <ac:cxnSpMkLst>
            <pc:docMk/>
            <pc:sldMk cId="3659044565" sldId="256"/>
            <ac:cxnSpMk id="23" creationId="{55732D05-C433-F7E5-D14D-E536F95F5E47}"/>
          </ac:cxnSpMkLst>
        </pc:cxnChg>
        <pc:cxnChg chg="add mod">
          <ac:chgData name="Babar HUSSAIN" userId="3c08c949-b6b6-4802-ab4f-9bcf79801f46" providerId="ADAL" clId="{80919996-0F21-47E9-8054-C661DDF69D4D}" dt="2026-07-10T18:39:48.895" v="2843"/>
          <ac:cxnSpMkLst>
            <pc:docMk/>
            <pc:sldMk cId="3659044565" sldId="256"/>
            <ac:cxnSpMk id="26" creationId="{AA7B0A8E-8E3D-E0FA-0F18-1F5B3890F374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50:31.308" v="5661" actId="2696"/>
        <pc:sldMkLst>
          <pc:docMk/>
          <pc:sldMk cId="3665976242" sldId="256"/>
        </pc:sldMkLst>
        <pc:spChg chg="add mod">
          <ac:chgData name="Babar HUSSAIN" userId="3c08c949-b6b6-4802-ab4f-9bcf79801f46" providerId="ADAL" clId="{80919996-0F21-47E9-8054-C661DDF69D4D}" dt="2026-07-10T18:45:57.877" v="4229" actId="948"/>
          <ac:spMkLst>
            <pc:docMk/>
            <pc:sldMk cId="3665976242" sldId="256"/>
            <ac:spMk id="2" creationId="{37E730D9-17E2-31AB-47B5-DB40F7DFC196}"/>
          </ac:spMkLst>
        </pc:spChg>
        <pc:spChg chg="add mod">
          <ac:chgData name="Babar HUSSAIN" userId="3c08c949-b6b6-4802-ab4f-9bcf79801f46" providerId="ADAL" clId="{80919996-0F21-47E9-8054-C661DDF69D4D}" dt="2026-07-10T18:45:58.045" v="4241" actId="948"/>
          <ac:spMkLst>
            <pc:docMk/>
            <pc:sldMk cId="3665976242" sldId="256"/>
            <ac:spMk id="3" creationId="{52BC6FAD-2EAC-BF31-BFB5-7AAE7F4022B9}"/>
          </ac:spMkLst>
        </pc:spChg>
        <pc:spChg chg="add mod">
          <ac:chgData name="Babar HUSSAIN" userId="3c08c949-b6b6-4802-ab4f-9bcf79801f46" providerId="ADAL" clId="{80919996-0F21-47E9-8054-C661DDF69D4D}" dt="2026-07-10T18:45:58.220" v="4253" actId="948"/>
          <ac:spMkLst>
            <pc:docMk/>
            <pc:sldMk cId="3665976242" sldId="256"/>
            <ac:spMk id="4" creationId="{08FD0F07-CC22-A31F-0E89-AB490487FE10}"/>
          </ac:spMkLst>
        </pc:spChg>
        <pc:spChg chg="add mod">
          <ac:chgData name="Babar HUSSAIN" userId="3c08c949-b6b6-4802-ab4f-9bcf79801f46" providerId="ADAL" clId="{80919996-0F21-47E9-8054-C661DDF69D4D}" dt="2026-07-10T18:45:58.458" v="4267" actId="948"/>
          <ac:spMkLst>
            <pc:docMk/>
            <pc:sldMk cId="3665976242" sldId="256"/>
            <ac:spMk id="6" creationId="{E27800F5-69AF-5702-59EC-9D677EE57869}"/>
          </ac:spMkLst>
        </pc:spChg>
        <pc:spChg chg="add mod">
          <ac:chgData name="Babar HUSSAIN" userId="3c08c949-b6b6-4802-ab4f-9bcf79801f46" providerId="ADAL" clId="{80919996-0F21-47E9-8054-C661DDF69D4D}" dt="2026-07-10T18:45:58.604" v="4279" actId="948"/>
          <ac:spMkLst>
            <pc:docMk/>
            <pc:sldMk cId="3665976242" sldId="256"/>
            <ac:spMk id="7" creationId="{9A157110-9CE5-CECA-9B66-6910630775E4}"/>
          </ac:spMkLst>
        </pc:spChg>
        <pc:spChg chg="add mod">
          <ac:chgData name="Babar HUSSAIN" userId="3c08c949-b6b6-4802-ab4f-9bcf79801f46" providerId="ADAL" clId="{80919996-0F21-47E9-8054-C661DDF69D4D}" dt="2026-07-10T18:45:58.742" v="4291" actId="948"/>
          <ac:spMkLst>
            <pc:docMk/>
            <pc:sldMk cId="3665976242" sldId="256"/>
            <ac:spMk id="8" creationId="{E326DCD1-205D-361B-6DD1-000876C25407}"/>
          </ac:spMkLst>
        </pc:spChg>
        <pc:spChg chg="add mod">
          <ac:chgData name="Babar HUSSAIN" userId="3c08c949-b6b6-4802-ab4f-9bcf79801f46" providerId="ADAL" clId="{80919996-0F21-47E9-8054-C661DDF69D4D}" dt="2026-07-10T18:45:58.861" v="4295" actId="1582"/>
          <ac:spMkLst>
            <pc:docMk/>
            <pc:sldMk cId="3665976242" sldId="256"/>
            <ac:spMk id="9" creationId="{AA270F7A-7EE6-0017-0937-BB707A1483EC}"/>
          </ac:spMkLst>
        </pc:spChg>
        <pc:spChg chg="add mod">
          <ac:chgData name="Babar HUSSAIN" userId="3c08c949-b6b6-4802-ab4f-9bcf79801f46" providerId="ADAL" clId="{80919996-0F21-47E9-8054-C661DDF69D4D}" dt="2026-07-10T18:45:58.921" v="4298"/>
          <ac:spMkLst>
            <pc:docMk/>
            <pc:sldMk cId="3665976242" sldId="256"/>
            <ac:spMk id="10" creationId="{9F3D0766-811F-92A9-4532-4D54D1B6BEA0}"/>
          </ac:spMkLst>
        </pc:spChg>
        <pc:spChg chg="add mod">
          <ac:chgData name="Babar HUSSAIN" userId="3c08c949-b6b6-4802-ab4f-9bcf79801f46" providerId="ADAL" clId="{80919996-0F21-47E9-8054-C661DDF69D4D}" dt="2026-07-10T18:45:59.039" v="4310" actId="948"/>
          <ac:spMkLst>
            <pc:docMk/>
            <pc:sldMk cId="3665976242" sldId="256"/>
            <ac:spMk id="11" creationId="{2FEC4C37-30E4-F6E5-D2A4-440DFBC099FB}"/>
          </ac:spMkLst>
        </pc:spChg>
        <pc:spChg chg="add mod">
          <ac:chgData name="Babar HUSSAIN" userId="3c08c949-b6b6-4802-ab4f-9bcf79801f46" providerId="ADAL" clId="{80919996-0F21-47E9-8054-C661DDF69D4D}" dt="2026-07-10T18:45:59.199" v="4321" actId="948"/>
          <ac:spMkLst>
            <pc:docMk/>
            <pc:sldMk cId="3665976242" sldId="256"/>
            <ac:spMk id="12" creationId="{353BEFCE-4D81-F422-FF46-D6A1880B1B98}"/>
          </ac:spMkLst>
        </pc:spChg>
        <pc:spChg chg="add mod">
          <ac:chgData name="Babar HUSSAIN" userId="3c08c949-b6b6-4802-ab4f-9bcf79801f46" providerId="ADAL" clId="{80919996-0F21-47E9-8054-C661DDF69D4D}" dt="2026-07-10T18:45:59.236" v="4325" actId="1582"/>
          <ac:spMkLst>
            <pc:docMk/>
            <pc:sldMk cId="3665976242" sldId="256"/>
            <ac:spMk id="13" creationId="{8D8F8CF1-7F08-CB8B-DD05-4778C19E4FA4}"/>
          </ac:spMkLst>
        </pc:spChg>
        <pc:spChg chg="add mod">
          <ac:chgData name="Babar HUSSAIN" userId="3c08c949-b6b6-4802-ab4f-9bcf79801f46" providerId="ADAL" clId="{80919996-0F21-47E9-8054-C661DDF69D4D}" dt="2026-07-10T18:45:59.268" v="4328"/>
          <ac:spMkLst>
            <pc:docMk/>
            <pc:sldMk cId="3665976242" sldId="256"/>
            <ac:spMk id="14" creationId="{8C8EBBB4-A465-9147-79D5-E49073CBB904}"/>
          </ac:spMkLst>
        </pc:spChg>
        <pc:spChg chg="add mod">
          <ac:chgData name="Babar HUSSAIN" userId="3c08c949-b6b6-4802-ab4f-9bcf79801f46" providerId="ADAL" clId="{80919996-0F21-47E9-8054-C661DDF69D4D}" dt="2026-07-10T18:45:59.410" v="4340" actId="948"/>
          <ac:spMkLst>
            <pc:docMk/>
            <pc:sldMk cId="3665976242" sldId="256"/>
            <ac:spMk id="15" creationId="{5F47CECF-7388-C2A1-FE7F-E93483DB7DD1}"/>
          </ac:spMkLst>
        </pc:spChg>
        <pc:spChg chg="add mod">
          <ac:chgData name="Babar HUSSAIN" userId="3c08c949-b6b6-4802-ab4f-9bcf79801f46" providerId="ADAL" clId="{80919996-0F21-47E9-8054-C661DDF69D4D}" dt="2026-07-10T18:45:59.555" v="4351" actId="948"/>
          <ac:spMkLst>
            <pc:docMk/>
            <pc:sldMk cId="3665976242" sldId="256"/>
            <ac:spMk id="16" creationId="{C3DF5BC0-E01F-FB9F-E9CA-142EBAED5225}"/>
          </ac:spMkLst>
        </pc:spChg>
        <pc:spChg chg="add mod">
          <ac:chgData name="Babar HUSSAIN" userId="3c08c949-b6b6-4802-ab4f-9bcf79801f46" providerId="ADAL" clId="{80919996-0F21-47E9-8054-C661DDF69D4D}" dt="2026-07-10T18:45:59.610" v="4355" actId="1582"/>
          <ac:spMkLst>
            <pc:docMk/>
            <pc:sldMk cId="3665976242" sldId="256"/>
            <ac:spMk id="17" creationId="{7D031682-BA72-6D50-1CDD-14CBAA7CEF7E}"/>
          </ac:spMkLst>
        </pc:spChg>
        <pc:spChg chg="add mod">
          <ac:chgData name="Babar HUSSAIN" userId="3c08c949-b6b6-4802-ab4f-9bcf79801f46" providerId="ADAL" clId="{80919996-0F21-47E9-8054-C661DDF69D4D}" dt="2026-07-10T18:45:59.683" v="4358"/>
          <ac:spMkLst>
            <pc:docMk/>
            <pc:sldMk cId="3665976242" sldId="256"/>
            <ac:spMk id="18" creationId="{5B6C3512-7124-8E38-3FB8-99F970A8D05E}"/>
          </ac:spMkLst>
        </pc:spChg>
        <pc:spChg chg="add mod">
          <ac:chgData name="Babar HUSSAIN" userId="3c08c949-b6b6-4802-ab4f-9bcf79801f46" providerId="ADAL" clId="{80919996-0F21-47E9-8054-C661DDF69D4D}" dt="2026-07-10T18:45:59.820" v="4370" actId="948"/>
          <ac:spMkLst>
            <pc:docMk/>
            <pc:sldMk cId="3665976242" sldId="256"/>
            <ac:spMk id="19" creationId="{E4306490-BCD7-F4A0-DCDA-41F549AC2C09}"/>
          </ac:spMkLst>
        </pc:spChg>
        <pc:spChg chg="add mod">
          <ac:chgData name="Babar HUSSAIN" userId="3c08c949-b6b6-4802-ab4f-9bcf79801f46" providerId="ADAL" clId="{80919996-0F21-47E9-8054-C661DDF69D4D}" dt="2026-07-10T18:46:00.045" v="4381" actId="948"/>
          <ac:spMkLst>
            <pc:docMk/>
            <pc:sldMk cId="3665976242" sldId="256"/>
            <ac:spMk id="20" creationId="{7A734077-C951-D5CE-13B1-1169991CE24F}"/>
          </ac:spMkLst>
        </pc:spChg>
        <pc:spChg chg="add mod">
          <ac:chgData name="Babar HUSSAIN" userId="3c08c949-b6b6-4802-ab4f-9bcf79801f46" providerId="ADAL" clId="{80919996-0F21-47E9-8054-C661DDF69D4D}" dt="2026-07-10T18:46:00.090" v="4385" actId="1582"/>
          <ac:spMkLst>
            <pc:docMk/>
            <pc:sldMk cId="3665976242" sldId="256"/>
            <ac:spMk id="21" creationId="{83803887-B206-1F2B-EE38-78380CE5AF46}"/>
          </ac:spMkLst>
        </pc:spChg>
        <pc:spChg chg="add mod">
          <ac:chgData name="Babar HUSSAIN" userId="3c08c949-b6b6-4802-ab4f-9bcf79801f46" providerId="ADAL" clId="{80919996-0F21-47E9-8054-C661DDF69D4D}" dt="2026-07-10T18:46:00.229" v="4397" actId="948"/>
          <ac:spMkLst>
            <pc:docMk/>
            <pc:sldMk cId="3665976242" sldId="256"/>
            <ac:spMk id="22" creationId="{6D5BAB9B-EBBF-C6D2-E6E2-7F37589A0CD2}"/>
          </ac:spMkLst>
        </pc:spChg>
        <pc:spChg chg="add mod">
          <ac:chgData name="Babar HUSSAIN" userId="3c08c949-b6b6-4802-ab4f-9bcf79801f46" providerId="ADAL" clId="{80919996-0F21-47E9-8054-C661DDF69D4D}" dt="2026-07-10T18:46:00.750" v="4409" actId="948"/>
          <ac:spMkLst>
            <pc:docMk/>
            <pc:sldMk cId="3665976242" sldId="256"/>
            <ac:spMk id="23" creationId="{5AB5EC16-A173-A938-B5DD-3BA945986248}"/>
          </ac:spMkLst>
        </pc:spChg>
        <pc:cxnChg chg="add mod">
          <ac:chgData name="Babar HUSSAIN" userId="3c08c949-b6b6-4802-ab4f-9bcf79801f46" providerId="ADAL" clId="{80919996-0F21-47E9-8054-C661DDF69D4D}" dt="2026-07-10T18:45:58.344" v="4256" actId="1582"/>
          <ac:cxnSpMkLst>
            <pc:docMk/>
            <pc:sldMk cId="3665976242" sldId="256"/>
            <ac:cxnSpMk id="5" creationId="{DAF29D94-31B9-2BB7-4497-E885BCF08C0B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39:45.199" v="2636" actId="2696"/>
        <pc:sldMkLst>
          <pc:docMk/>
          <pc:sldMk cId="4070086812" sldId="256"/>
        </pc:sldMkLst>
        <pc:spChg chg="add mod">
          <ac:chgData name="Babar HUSSAIN" userId="3c08c949-b6b6-4802-ab4f-9bcf79801f46" providerId="ADAL" clId="{80919996-0F21-47E9-8054-C661DDF69D4D}" dt="2026-07-10T18:03:51.887" v="1202" actId="948"/>
          <ac:spMkLst>
            <pc:docMk/>
            <pc:sldMk cId="4070086812" sldId="256"/>
            <ac:spMk id="2" creationId="{53C71E51-82DC-5FEB-B4F0-DE949DC6AD42}"/>
          </ac:spMkLst>
        </pc:spChg>
        <pc:spChg chg="add mod">
          <ac:chgData name="Babar HUSSAIN" userId="3c08c949-b6b6-4802-ab4f-9bcf79801f46" providerId="ADAL" clId="{80919996-0F21-47E9-8054-C661DDF69D4D}" dt="2026-07-10T18:03:52.037" v="1214" actId="948"/>
          <ac:spMkLst>
            <pc:docMk/>
            <pc:sldMk cId="4070086812" sldId="256"/>
            <ac:spMk id="3" creationId="{887294F2-DCBB-2F72-8C17-45CEEEDEC58A}"/>
          </ac:spMkLst>
        </pc:spChg>
        <pc:spChg chg="add mod">
          <ac:chgData name="Babar HUSSAIN" userId="3c08c949-b6b6-4802-ab4f-9bcf79801f46" providerId="ADAL" clId="{80919996-0F21-47E9-8054-C661DDF69D4D}" dt="2026-07-10T18:16:22.617" v="2625" actId="20577"/>
          <ac:spMkLst>
            <pc:docMk/>
            <pc:sldMk cId="4070086812" sldId="256"/>
            <ac:spMk id="4" creationId="{E94CC88D-9DD4-EE83-E4C0-6B276DF22B1A}"/>
          </ac:spMkLst>
        </pc:spChg>
        <pc:spChg chg="add mod">
          <ac:chgData name="Babar HUSSAIN" userId="3c08c949-b6b6-4802-ab4f-9bcf79801f46" providerId="ADAL" clId="{80919996-0F21-47E9-8054-C661DDF69D4D}" dt="2026-07-10T18:03:52.474" v="1241" actId="948"/>
          <ac:spMkLst>
            <pc:docMk/>
            <pc:sldMk cId="4070086812" sldId="256"/>
            <ac:spMk id="6" creationId="{E66B4F01-61AC-7220-936A-3CD65F813C61}"/>
          </ac:spMkLst>
        </pc:spChg>
        <pc:spChg chg="add mod">
          <ac:chgData name="Babar HUSSAIN" userId="3c08c949-b6b6-4802-ab4f-9bcf79801f46" providerId="ADAL" clId="{80919996-0F21-47E9-8054-C661DDF69D4D}" dt="2026-07-10T18:03:52.807" v="1259" actId="207"/>
          <ac:spMkLst>
            <pc:docMk/>
            <pc:sldMk cId="4070086812" sldId="256"/>
            <ac:spMk id="7" creationId="{C4B4E365-0EAE-6B33-84D1-792405589347}"/>
          </ac:spMkLst>
        </pc:spChg>
        <pc:spChg chg="add mod">
          <ac:chgData name="Babar HUSSAIN" userId="3c08c949-b6b6-4802-ab4f-9bcf79801f46" providerId="ADAL" clId="{80919996-0F21-47E9-8054-C661DDF69D4D}" dt="2026-07-10T18:03:52.630" v="1248"/>
          <ac:spMkLst>
            <pc:docMk/>
            <pc:sldMk cId="4070086812" sldId="256"/>
            <ac:spMk id="8" creationId="{C1EC7462-2C7D-0518-C5A8-E97FEF9C6134}"/>
          </ac:spMkLst>
        </pc:spChg>
        <pc:spChg chg="add mod">
          <ac:chgData name="Babar HUSSAIN" userId="3c08c949-b6b6-4802-ab4f-9bcf79801f46" providerId="ADAL" clId="{80919996-0F21-47E9-8054-C661DDF69D4D}" dt="2026-07-10T18:03:53.089" v="1277" actId="207"/>
          <ac:spMkLst>
            <pc:docMk/>
            <pc:sldMk cId="4070086812" sldId="256"/>
            <ac:spMk id="9" creationId="{DFB000F0-417D-F400-75AE-212E64EFA107}"/>
          </ac:spMkLst>
        </pc:spChg>
        <pc:spChg chg="add mod">
          <ac:chgData name="Babar HUSSAIN" userId="3c08c949-b6b6-4802-ab4f-9bcf79801f46" providerId="ADAL" clId="{80919996-0F21-47E9-8054-C661DDF69D4D}" dt="2026-07-10T18:03:52.918" v="1266"/>
          <ac:spMkLst>
            <pc:docMk/>
            <pc:sldMk cId="4070086812" sldId="256"/>
            <ac:spMk id="10" creationId="{3AAEFCBF-941F-6FF5-8390-5118DC55C992}"/>
          </ac:spMkLst>
        </pc:spChg>
        <pc:spChg chg="add mod">
          <ac:chgData name="Babar HUSSAIN" userId="3c08c949-b6b6-4802-ab4f-9bcf79801f46" providerId="ADAL" clId="{80919996-0F21-47E9-8054-C661DDF69D4D}" dt="2026-07-10T18:03:53.384" v="1295" actId="207"/>
          <ac:spMkLst>
            <pc:docMk/>
            <pc:sldMk cId="4070086812" sldId="256"/>
            <ac:spMk id="11" creationId="{33AD6D17-94FB-9CA6-B24A-C503F7DBD980}"/>
          </ac:spMkLst>
        </pc:spChg>
        <pc:spChg chg="add mod">
          <ac:chgData name="Babar HUSSAIN" userId="3c08c949-b6b6-4802-ab4f-9bcf79801f46" providerId="ADAL" clId="{80919996-0F21-47E9-8054-C661DDF69D4D}" dt="2026-07-10T18:03:53.213" v="1284"/>
          <ac:spMkLst>
            <pc:docMk/>
            <pc:sldMk cId="4070086812" sldId="256"/>
            <ac:spMk id="12" creationId="{7CF18CFB-8B76-9331-6C20-6FEAD5144B41}"/>
          </ac:spMkLst>
        </pc:spChg>
        <pc:spChg chg="add mod">
          <ac:chgData name="Babar HUSSAIN" userId="3c08c949-b6b6-4802-ab4f-9bcf79801f46" providerId="ADAL" clId="{80919996-0F21-47E9-8054-C661DDF69D4D}" dt="2026-07-10T18:03:53.602" v="1309" actId="947"/>
          <ac:spMkLst>
            <pc:docMk/>
            <pc:sldMk cId="4070086812" sldId="256"/>
            <ac:spMk id="13" creationId="{8CDDF80F-320A-A921-51F2-9248FECA8DB5}"/>
          </ac:spMkLst>
        </pc:spChg>
        <pc:spChg chg="add mod">
          <ac:chgData name="Babar HUSSAIN" userId="3c08c949-b6b6-4802-ab4f-9bcf79801f46" providerId="ADAL" clId="{80919996-0F21-47E9-8054-C661DDF69D4D}" dt="2026-07-10T18:03:53.947" v="1327" actId="947"/>
          <ac:spMkLst>
            <pc:docMk/>
            <pc:sldMk cId="4070086812" sldId="256"/>
            <ac:spMk id="15" creationId="{7930D66F-9076-9D32-0DDA-7A4B0E70520B}"/>
          </ac:spMkLst>
        </pc:spChg>
        <pc:spChg chg="add mod">
          <ac:chgData name="Babar HUSSAIN" userId="3c08c949-b6b6-4802-ab4f-9bcf79801f46" providerId="ADAL" clId="{80919996-0F21-47E9-8054-C661DDF69D4D}" dt="2026-07-10T18:03:54.159" v="1345" actId="947"/>
          <ac:spMkLst>
            <pc:docMk/>
            <pc:sldMk cId="4070086812" sldId="256"/>
            <ac:spMk id="17" creationId="{D9CE503A-17D6-7553-3792-BC5EA83BF386}"/>
          </ac:spMkLst>
        </pc:spChg>
        <pc:spChg chg="add mod">
          <ac:chgData name="Babar HUSSAIN" userId="3c08c949-b6b6-4802-ab4f-9bcf79801f46" providerId="ADAL" clId="{80919996-0F21-47E9-8054-C661DDF69D4D}" dt="2026-07-10T18:03:54.338" v="1359" actId="947"/>
          <ac:spMkLst>
            <pc:docMk/>
            <pc:sldMk cId="4070086812" sldId="256"/>
            <ac:spMk id="18" creationId="{824C80D7-3525-DECC-F577-B0CE68C63460}"/>
          </ac:spMkLst>
        </pc:spChg>
        <pc:spChg chg="add mod">
          <ac:chgData name="Babar HUSSAIN" userId="3c08c949-b6b6-4802-ab4f-9bcf79801f46" providerId="ADAL" clId="{80919996-0F21-47E9-8054-C661DDF69D4D}" dt="2026-07-10T18:03:54.569" v="1371" actId="948"/>
          <ac:spMkLst>
            <pc:docMk/>
            <pc:sldMk cId="4070086812" sldId="256"/>
            <ac:spMk id="19" creationId="{CBBCF725-B5F6-FADB-D641-5290040DFF88}"/>
          </ac:spMkLst>
        </pc:spChg>
        <pc:spChg chg="add mod">
          <ac:chgData name="Babar HUSSAIN" userId="3c08c949-b6b6-4802-ab4f-9bcf79801f46" providerId="ADAL" clId="{80919996-0F21-47E9-8054-C661DDF69D4D}" dt="2026-07-10T18:04:07.549" v="2317" actId="948"/>
          <ac:spMkLst>
            <pc:docMk/>
            <pc:sldMk cId="4070086812" sldId="256"/>
            <ac:spMk id="20" creationId="{12CA105F-FA89-EF6F-6FD4-2AAF7560986C}"/>
          </ac:spMkLst>
        </pc:spChg>
        <pc:cxnChg chg="add mod">
          <ac:chgData name="Babar HUSSAIN" userId="3c08c949-b6b6-4802-ab4f-9bcf79801f46" providerId="ADAL" clId="{80919996-0F21-47E9-8054-C661DDF69D4D}" dt="2026-07-10T18:03:52.322" v="1229" actId="1582"/>
          <ac:cxnSpMkLst>
            <pc:docMk/>
            <pc:sldMk cId="4070086812" sldId="256"/>
            <ac:cxnSpMk id="5" creationId="{021637E9-7C7A-6EB2-2AF2-264EEDB74181}"/>
          </ac:cxnSpMkLst>
        </pc:cxnChg>
        <pc:cxnChg chg="add mod">
          <ac:chgData name="Babar HUSSAIN" userId="3c08c949-b6b6-4802-ab4f-9bcf79801f46" providerId="ADAL" clId="{80919996-0F21-47E9-8054-C661DDF69D4D}" dt="2026-07-10T18:03:53.770" v="1313"/>
          <ac:cxnSpMkLst>
            <pc:docMk/>
            <pc:sldMk cId="4070086812" sldId="256"/>
            <ac:cxnSpMk id="14" creationId="{28B2184F-3836-9CB3-640B-E5472E3889BF}"/>
          </ac:cxnSpMkLst>
        </pc:cxnChg>
        <pc:cxnChg chg="add mod">
          <ac:chgData name="Babar HUSSAIN" userId="3c08c949-b6b6-4802-ab4f-9bcf79801f46" providerId="ADAL" clId="{80919996-0F21-47E9-8054-C661DDF69D4D}" dt="2026-07-10T18:03:53.981" v="1331"/>
          <ac:cxnSpMkLst>
            <pc:docMk/>
            <pc:sldMk cId="4070086812" sldId="256"/>
            <ac:cxnSpMk id="16" creationId="{F72A23DB-941E-DF2E-7FBC-09B4DDC7D07E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50:31.293" v="5660" actId="2696"/>
        <pc:sldMkLst>
          <pc:docMk/>
          <pc:sldMk cId="858451224" sldId="257"/>
        </pc:sldMkLst>
        <pc:spChg chg="add mod">
          <ac:chgData name="Babar HUSSAIN" userId="3c08c949-b6b6-4802-ab4f-9bcf79801f46" providerId="ADAL" clId="{80919996-0F21-47E9-8054-C661DDF69D4D}" dt="2026-07-10T18:46:00.871" v="4424" actId="948"/>
          <ac:spMkLst>
            <pc:docMk/>
            <pc:sldMk cId="858451224" sldId="257"/>
            <ac:spMk id="2" creationId="{2DC0F6DC-D6A4-708B-E710-3B4FCD8E838D}"/>
          </ac:spMkLst>
        </pc:spChg>
        <pc:spChg chg="add mod">
          <ac:chgData name="Babar HUSSAIN" userId="3c08c949-b6b6-4802-ab4f-9bcf79801f46" providerId="ADAL" clId="{80919996-0F21-47E9-8054-C661DDF69D4D}" dt="2026-07-10T18:46:00.981" v="4436" actId="948"/>
          <ac:spMkLst>
            <pc:docMk/>
            <pc:sldMk cId="858451224" sldId="257"/>
            <ac:spMk id="3" creationId="{ED213477-BD13-AEA8-AE12-622FE34231D0}"/>
          </ac:spMkLst>
        </pc:spChg>
        <pc:spChg chg="add mod">
          <ac:chgData name="Babar HUSSAIN" userId="3c08c949-b6b6-4802-ab4f-9bcf79801f46" providerId="ADAL" clId="{80919996-0F21-47E9-8054-C661DDF69D4D}" dt="2026-07-10T18:46:01.062" v="4448" actId="948"/>
          <ac:spMkLst>
            <pc:docMk/>
            <pc:sldMk cId="858451224" sldId="257"/>
            <ac:spMk id="4" creationId="{23BD106C-59B9-A969-14C3-1C08BB9F99CF}"/>
          </ac:spMkLst>
        </pc:spChg>
        <pc:spChg chg="add mod">
          <ac:chgData name="Babar HUSSAIN" userId="3c08c949-b6b6-4802-ab4f-9bcf79801f46" providerId="ADAL" clId="{80919996-0F21-47E9-8054-C661DDF69D4D}" dt="2026-07-10T18:46:01.172" v="4462" actId="948"/>
          <ac:spMkLst>
            <pc:docMk/>
            <pc:sldMk cId="858451224" sldId="257"/>
            <ac:spMk id="6" creationId="{13C90F72-EA9F-23CB-D041-5E1088FA460F}"/>
          </ac:spMkLst>
        </pc:spChg>
        <pc:spChg chg="add mod">
          <ac:chgData name="Babar HUSSAIN" userId="3c08c949-b6b6-4802-ab4f-9bcf79801f46" providerId="ADAL" clId="{80919996-0F21-47E9-8054-C661DDF69D4D}" dt="2026-07-10T18:46:01.312" v="4473" actId="948"/>
          <ac:spMkLst>
            <pc:docMk/>
            <pc:sldMk cId="858451224" sldId="257"/>
            <ac:spMk id="7" creationId="{EC6930F4-ECCC-DDD7-D578-B7A1C6D18330}"/>
          </ac:spMkLst>
        </pc:spChg>
        <pc:spChg chg="add mod">
          <ac:chgData name="Babar HUSSAIN" userId="3c08c949-b6b6-4802-ab4f-9bcf79801f46" providerId="ADAL" clId="{80919996-0F21-47E9-8054-C661DDF69D4D}" dt="2026-07-10T18:46:01.338" v="4477" actId="1582"/>
          <ac:spMkLst>
            <pc:docMk/>
            <pc:sldMk cId="858451224" sldId="257"/>
            <ac:spMk id="8" creationId="{704C2468-233C-C874-A3FD-E484379F6598}"/>
          </ac:spMkLst>
        </pc:spChg>
        <pc:spChg chg="add mod">
          <ac:chgData name="Babar HUSSAIN" userId="3c08c949-b6b6-4802-ab4f-9bcf79801f46" providerId="ADAL" clId="{80919996-0F21-47E9-8054-C661DDF69D4D}" dt="2026-07-10T18:46:01.359" v="4480"/>
          <ac:spMkLst>
            <pc:docMk/>
            <pc:sldMk cId="858451224" sldId="257"/>
            <ac:spMk id="9" creationId="{935111B5-ECD3-5B63-53FC-D8F52299571B}"/>
          </ac:spMkLst>
        </pc:spChg>
        <pc:spChg chg="add mod">
          <ac:chgData name="Babar HUSSAIN" userId="3c08c949-b6b6-4802-ab4f-9bcf79801f46" providerId="ADAL" clId="{80919996-0F21-47E9-8054-C661DDF69D4D}" dt="2026-07-10T18:46:01.459" v="4492" actId="948"/>
          <ac:spMkLst>
            <pc:docMk/>
            <pc:sldMk cId="858451224" sldId="257"/>
            <ac:spMk id="10" creationId="{BDEFDBF1-219D-47E3-6E2E-AC11994758EA}"/>
          </ac:spMkLst>
        </pc:spChg>
        <pc:spChg chg="add mod">
          <ac:chgData name="Babar HUSSAIN" userId="3c08c949-b6b6-4802-ab4f-9bcf79801f46" providerId="ADAL" clId="{80919996-0F21-47E9-8054-C661DDF69D4D}" dt="2026-07-10T18:46:01.583" v="4503" actId="948"/>
          <ac:spMkLst>
            <pc:docMk/>
            <pc:sldMk cId="858451224" sldId="257"/>
            <ac:spMk id="11" creationId="{834A04D3-ADCE-C090-8015-088917B6A5D0}"/>
          </ac:spMkLst>
        </pc:spChg>
        <pc:spChg chg="add mod">
          <ac:chgData name="Babar HUSSAIN" userId="3c08c949-b6b6-4802-ab4f-9bcf79801f46" providerId="ADAL" clId="{80919996-0F21-47E9-8054-C661DDF69D4D}" dt="2026-07-10T18:46:01.612" v="4507" actId="1582"/>
          <ac:spMkLst>
            <pc:docMk/>
            <pc:sldMk cId="858451224" sldId="257"/>
            <ac:spMk id="12" creationId="{9052F053-F3F9-16A3-E0D0-14F715E2F49B}"/>
          </ac:spMkLst>
        </pc:spChg>
        <pc:spChg chg="add mod">
          <ac:chgData name="Babar HUSSAIN" userId="3c08c949-b6b6-4802-ab4f-9bcf79801f46" providerId="ADAL" clId="{80919996-0F21-47E9-8054-C661DDF69D4D}" dt="2026-07-10T18:46:01.633" v="4510"/>
          <ac:spMkLst>
            <pc:docMk/>
            <pc:sldMk cId="858451224" sldId="257"/>
            <ac:spMk id="13" creationId="{60AD5F57-99EC-A868-1B07-B19F6AAF40A7}"/>
          </ac:spMkLst>
        </pc:spChg>
        <pc:spChg chg="add mod">
          <ac:chgData name="Babar HUSSAIN" userId="3c08c949-b6b6-4802-ab4f-9bcf79801f46" providerId="ADAL" clId="{80919996-0F21-47E9-8054-C661DDF69D4D}" dt="2026-07-10T18:46:01.725" v="4522" actId="948"/>
          <ac:spMkLst>
            <pc:docMk/>
            <pc:sldMk cId="858451224" sldId="257"/>
            <ac:spMk id="14" creationId="{FE8B2AA8-9FA0-B626-46FC-DDF9A73C3EB5}"/>
          </ac:spMkLst>
        </pc:spChg>
        <pc:spChg chg="add mod">
          <ac:chgData name="Babar HUSSAIN" userId="3c08c949-b6b6-4802-ab4f-9bcf79801f46" providerId="ADAL" clId="{80919996-0F21-47E9-8054-C661DDF69D4D}" dt="2026-07-10T18:46:01.850" v="4533" actId="948"/>
          <ac:spMkLst>
            <pc:docMk/>
            <pc:sldMk cId="858451224" sldId="257"/>
            <ac:spMk id="15" creationId="{23B550D9-E70F-52BB-1EB9-B0D13DBF0544}"/>
          </ac:spMkLst>
        </pc:spChg>
        <pc:spChg chg="add mod">
          <ac:chgData name="Babar HUSSAIN" userId="3c08c949-b6b6-4802-ab4f-9bcf79801f46" providerId="ADAL" clId="{80919996-0F21-47E9-8054-C661DDF69D4D}" dt="2026-07-10T18:46:01.906" v="4537" actId="1582"/>
          <ac:spMkLst>
            <pc:docMk/>
            <pc:sldMk cId="858451224" sldId="257"/>
            <ac:spMk id="16" creationId="{406853CC-B333-75EB-957C-987CF6D9E5B8}"/>
          </ac:spMkLst>
        </pc:spChg>
        <pc:spChg chg="add mod">
          <ac:chgData name="Babar HUSSAIN" userId="3c08c949-b6b6-4802-ab4f-9bcf79801f46" providerId="ADAL" clId="{80919996-0F21-47E9-8054-C661DDF69D4D}" dt="2026-07-10T18:46:01.947" v="4540"/>
          <ac:spMkLst>
            <pc:docMk/>
            <pc:sldMk cId="858451224" sldId="257"/>
            <ac:spMk id="17" creationId="{1D45322A-7D96-C347-4826-5E27BF6C0CBF}"/>
          </ac:spMkLst>
        </pc:spChg>
        <pc:spChg chg="add mod">
          <ac:chgData name="Babar HUSSAIN" userId="3c08c949-b6b6-4802-ab4f-9bcf79801f46" providerId="ADAL" clId="{80919996-0F21-47E9-8054-C661DDF69D4D}" dt="2026-07-10T18:46:02.157" v="4552" actId="948"/>
          <ac:spMkLst>
            <pc:docMk/>
            <pc:sldMk cId="858451224" sldId="257"/>
            <ac:spMk id="18" creationId="{F0E65C8C-58E5-F9C8-1163-4DDA7BFE912E}"/>
          </ac:spMkLst>
        </pc:spChg>
        <pc:spChg chg="add mod">
          <ac:chgData name="Babar HUSSAIN" userId="3c08c949-b6b6-4802-ab4f-9bcf79801f46" providerId="ADAL" clId="{80919996-0F21-47E9-8054-C661DDF69D4D}" dt="2026-07-10T18:46:02.231" v="4563" actId="948"/>
          <ac:spMkLst>
            <pc:docMk/>
            <pc:sldMk cId="858451224" sldId="257"/>
            <ac:spMk id="19" creationId="{78E5D998-E543-6802-24C9-9CEDBAA7493A}"/>
          </ac:spMkLst>
        </pc:spChg>
        <pc:spChg chg="add mod">
          <ac:chgData name="Babar HUSSAIN" userId="3c08c949-b6b6-4802-ab4f-9bcf79801f46" providerId="ADAL" clId="{80919996-0F21-47E9-8054-C661DDF69D4D}" dt="2026-07-10T18:46:02.255" v="4567" actId="1582"/>
          <ac:spMkLst>
            <pc:docMk/>
            <pc:sldMk cId="858451224" sldId="257"/>
            <ac:spMk id="20" creationId="{6DD15FF2-566E-08E9-F570-7D65D1CE74A8}"/>
          </ac:spMkLst>
        </pc:spChg>
        <pc:spChg chg="add mod">
          <ac:chgData name="Babar HUSSAIN" userId="3c08c949-b6b6-4802-ab4f-9bcf79801f46" providerId="ADAL" clId="{80919996-0F21-47E9-8054-C661DDF69D4D}" dt="2026-07-10T18:46:02.329" v="4579" actId="948"/>
          <ac:spMkLst>
            <pc:docMk/>
            <pc:sldMk cId="858451224" sldId="257"/>
            <ac:spMk id="21" creationId="{48377C91-1681-9CD2-A26A-17C0EC982184}"/>
          </ac:spMkLst>
        </pc:spChg>
        <pc:spChg chg="add mod">
          <ac:chgData name="Babar HUSSAIN" userId="3c08c949-b6b6-4802-ab4f-9bcf79801f46" providerId="ADAL" clId="{80919996-0F21-47E9-8054-C661DDF69D4D}" dt="2026-07-10T18:46:02.538" v="4591" actId="948"/>
          <ac:spMkLst>
            <pc:docMk/>
            <pc:sldMk cId="858451224" sldId="257"/>
            <ac:spMk id="22" creationId="{5923F57A-2969-469C-9479-7B763504B219}"/>
          </ac:spMkLst>
        </pc:spChg>
        <pc:spChg chg="add mod">
          <ac:chgData name="Babar HUSSAIN" userId="3c08c949-b6b6-4802-ab4f-9bcf79801f46" providerId="ADAL" clId="{80919996-0F21-47E9-8054-C661DDF69D4D}" dt="2026-07-10T18:46:02.603" v="4602" actId="948"/>
          <ac:spMkLst>
            <pc:docMk/>
            <pc:sldMk cId="858451224" sldId="257"/>
            <ac:spMk id="23" creationId="{96910185-06FC-E6E1-47B0-D98D456A8DB3}"/>
          </ac:spMkLst>
        </pc:spChg>
        <pc:cxnChg chg="add mod">
          <ac:chgData name="Babar HUSSAIN" userId="3c08c949-b6b6-4802-ab4f-9bcf79801f46" providerId="ADAL" clId="{80919996-0F21-47E9-8054-C661DDF69D4D}" dt="2026-07-10T18:46:01.081" v="4451" actId="1582"/>
          <ac:cxnSpMkLst>
            <pc:docMk/>
            <pc:sldMk cId="858451224" sldId="257"/>
            <ac:cxnSpMk id="5" creationId="{39BCD5FE-E534-603F-06E0-1E111C8D604F}"/>
          </ac:cxnSpMkLst>
        </pc:cxnChg>
      </pc:sldChg>
      <pc:sldChg chg="addSp modSp add mod setBg">
        <pc:chgData name="Babar HUSSAIN" userId="3c08c949-b6b6-4802-ab4f-9bcf79801f46" providerId="ADAL" clId="{80919996-0F21-47E9-8054-C661DDF69D4D}" dt="2026-07-10T18:50:37.457" v="6048" actId="948"/>
        <pc:sldMkLst>
          <pc:docMk/>
          <pc:sldMk cId="858727879" sldId="257"/>
        </pc:sldMkLst>
        <pc:spChg chg="add mod">
          <ac:chgData name="Babar HUSSAIN" userId="3c08c949-b6b6-4802-ab4f-9bcf79801f46" providerId="ADAL" clId="{80919996-0F21-47E9-8054-C661DDF69D4D}" dt="2026-07-10T18:50:35.353" v="5870" actId="948"/>
          <ac:spMkLst>
            <pc:docMk/>
            <pc:sldMk cId="858727879" sldId="257"/>
            <ac:spMk id="2" creationId="{3D953AF8-758A-C0AB-EE2C-DE75910ADDBA}"/>
          </ac:spMkLst>
        </pc:spChg>
        <pc:spChg chg="add mod">
          <ac:chgData name="Babar HUSSAIN" userId="3c08c949-b6b6-4802-ab4f-9bcf79801f46" providerId="ADAL" clId="{80919996-0F21-47E9-8054-C661DDF69D4D}" dt="2026-07-10T18:50:35.452" v="5882" actId="948"/>
          <ac:spMkLst>
            <pc:docMk/>
            <pc:sldMk cId="858727879" sldId="257"/>
            <ac:spMk id="3" creationId="{CB3F0774-CE57-0672-0D65-DBD1EFBC1699}"/>
          </ac:spMkLst>
        </pc:spChg>
        <pc:spChg chg="add mod">
          <ac:chgData name="Babar HUSSAIN" userId="3c08c949-b6b6-4802-ab4f-9bcf79801f46" providerId="ADAL" clId="{80919996-0F21-47E9-8054-C661DDF69D4D}" dt="2026-07-10T18:50:35.544" v="5893" actId="948"/>
          <ac:spMkLst>
            <pc:docMk/>
            <pc:sldMk cId="858727879" sldId="257"/>
            <ac:spMk id="4" creationId="{2EAEB0E2-0B47-21F6-0A2B-4B4488C4C23E}"/>
          </ac:spMkLst>
        </pc:spChg>
        <pc:spChg chg="add mod">
          <ac:chgData name="Babar HUSSAIN" userId="3c08c949-b6b6-4802-ab4f-9bcf79801f46" providerId="ADAL" clId="{80919996-0F21-47E9-8054-C661DDF69D4D}" dt="2026-07-10T18:50:35.687" v="5905" actId="948"/>
          <ac:spMkLst>
            <pc:docMk/>
            <pc:sldMk cId="858727879" sldId="257"/>
            <ac:spMk id="5" creationId="{9E404F24-E53B-E4A2-8C30-740368DB3554}"/>
          </ac:spMkLst>
        </pc:spChg>
        <pc:spChg chg="add mod">
          <ac:chgData name="Babar HUSSAIN" userId="3c08c949-b6b6-4802-ab4f-9bcf79801f46" providerId="ADAL" clId="{80919996-0F21-47E9-8054-C661DDF69D4D}" dt="2026-07-10T18:50:35.793" v="5919" actId="948"/>
          <ac:spMkLst>
            <pc:docMk/>
            <pc:sldMk cId="858727879" sldId="257"/>
            <ac:spMk id="7" creationId="{40FF71E8-6FAC-1BEF-C8B8-EA6868F1DB9D}"/>
          </ac:spMkLst>
        </pc:spChg>
        <pc:spChg chg="add mod">
          <ac:chgData name="Babar HUSSAIN" userId="3c08c949-b6b6-4802-ab4f-9bcf79801f46" providerId="ADAL" clId="{80919996-0F21-47E9-8054-C661DDF69D4D}" dt="2026-07-10T18:50:35.826" v="5923" actId="1582"/>
          <ac:spMkLst>
            <pc:docMk/>
            <pc:sldMk cId="858727879" sldId="257"/>
            <ac:spMk id="8" creationId="{34ADBE97-C2CA-7481-D9BA-6F1D5DBC25C0}"/>
          </ac:spMkLst>
        </pc:spChg>
        <pc:spChg chg="add mod">
          <ac:chgData name="Babar HUSSAIN" userId="3c08c949-b6b6-4802-ab4f-9bcf79801f46" providerId="ADAL" clId="{80919996-0F21-47E9-8054-C661DDF69D4D}" dt="2026-07-10T18:50:35.845" v="5926"/>
          <ac:spMkLst>
            <pc:docMk/>
            <pc:sldMk cId="858727879" sldId="257"/>
            <ac:spMk id="9" creationId="{20EF2D14-FC9F-C58B-50D9-918C7D4D194A}"/>
          </ac:spMkLst>
        </pc:spChg>
        <pc:spChg chg="add mod">
          <ac:chgData name="Babar HUSSAIN" userId="3c08c949-b6b6-4802-ab4f-9bcf79801f46" providerId="ADAL" clId="{80919996-0F21-47E9-8054-C661DDF69D4D}" dt="2026-07-10T18:50:35.994" v="5938" actId="948"/>
          <ac:spMkLst>
            <pc:docMk/>
            <pc:sldMk cId="858727879" sldId="257"/>
            <ac:spMk id="10" creationId="{97F9ABF2-DAEE-2D6C-B078-DFB705E65D47}"/>
          </ac:spMkLst>
        </pc:spChg>
        <pc:spChg chg="add mod">
          <ac:chgData name="Babar HUSSAIN" userId="3c08c949-b6b6-4802-ab4f-9bcf79801f46" providerId="ADAL" clId="{80919996-0F21-47E9-8054-C661DDF69D4D}" dt="2026-07-10T18:50:36.088" v="5949" actId="948"/>
          <ac:spMkLst>
            <pc:docMk/>
            <pc:sldMk cId="858727879" sldId="257"/>
            <ac:spMk id="11" creationId="{51B945AA-76F1-F7C8-9E93-E70373BA32AD}"/>
          </ac:spMkLst>
        </pc:spChg>
        <pc:spChg chg="add mod">
          <ac:chgData name="Babar HUSSAIN" userId="3c08c949-b6b6-4802-ab4f-9bcf79801f46" providerId="ADAL" clId="{80919996-0F21-47E9-8054-C661DDF69D4D}" dt="2026-07-10T18:50:36.132" v="5953" actId="1582"/>
          <ac:spMkLst>
            <pc:docMk/>
            <pc:sldMk cId="858727879" sldId="257"/>
            <ac:spMk id="12" creationId="{3DBA6E3D-D40C-DA61-1FCB-772B6BC4C4A5}"/>
          </ac:spMkLst>
        </pc:spChg>
        <pc:spChg chg="add mod">
          <ac:chgData name="Babar HUSSAIN" userId="3c08c949-b6b6-4802-ab4f-9bcf79801f46" providerId="ADAL" clId="{80919996-0F21-47E9-8054-C661DDF69D4D}" dt="2026-07-10T18:50:36.217" v="5956"/>
          <ac:spMkLst>
            <pc:docMk/>
            <pc:sldMk cId="858727879" sldId="257"/>
            <ac:spMk id="13" creationId="{0F2B46FE-0B2A-075C-4425-AE4F3E557A92}"/>
          </ac:spMkLst>
        </pc:spChg>
        <pc:spChg chg="add mod">
          <ac:chgData name="Babar HUSSAIN" userId="3c08c949-b6b6-4802-ab4f-9bcf79801f46" providerId="ADAL" clId="{80919996-0F21-47E9-8054-C661DDF69D4D}" dt="2026-07-10T18:50:36.349" v="5968" actId="948"/>
          <ac:spMkLst>
            <pc:docMk/>
            <pc:sldMk cId="858727879" sldId="257"/>
            <ac:spMk id="14" creationId="{F642D717-7351-3A83-4805-3C0151E0FE61}"/>
          </ac:spMkLst>
        </pc:spChg>
        <pc:spChg chg="add mod">
          <ac:chgData name="Babar HUSSAIN" userId="3c08c949-b6b6-4802-ab4f-9bcf79801f46" providerId="ADAL" clId="{80919996-0F21-47E9-8054-C661DDF69D4D}" dt="2026-07-10T18:50:36.531" v="5979" actId="948"/>
          <ac:spMkLst>
            <pc:docMk/>
            <pc:sldMk cId="858727879" sldId="257"/>
            <ac:spMk id="15" creationId="{995D2407-9825-64B2-64D6-A936ADD4D629}"/>
          </ac:spMkLst>
        </pc:spChg>
        <pc:spChg chg="add mod">
          <ac:chgData name="Babar HUSSAIN" userId="3c08c949-b6b6-4802-ab4f-9bcf79801f46" providerId="ADAL" clId="{80919996-0F21-47E9-8054-C661DDF69D4D}" dt="2026-07-10T18:50:36.582" v="5983" actId="1582"/>
          <ac:spMkLst>
            <pc:docMk/>
            <pc:sldMk cId="858727879" sldId="257"/>
            <ac:spMk id="16" creationId="{C1F1D3FC-6334-C435-0779-A7C0948B5082}"/>
          </ac:spMkLst>
        </pc:spChg>
        <pc:spChg chg="add mod">
          <ac:chgData name="Babar HUSSAIN" userId="3c08c949-b6b6-4802-ab4f-9bcf79801f46" providerId="ADAL" clId="{80919996-0F21-47E9-8054-C661DDF69D4D}" dt="2026-07-10T18:50:36.612" v="5986"/>
          <ac:spMkLst>
            <pc:docMk/>
            <pc:sldMk cId="858727879" sldId="257"/>
            <ac:spMk id="17" creationId="{8E4F2C4E-256B-2B95-CD5B-338C50488A45}"/>
          </ac:spMkLst>
        </pc:spChg>
        <pc:spChg chg="add mod">
          <ac:chgData name="Babar HUSSAIN" userId="3c08c949-b6b6-4802-ab4f-9bcf79801f46" providerId="ADAL" clId="{80919996-0F21-47E9-8054-C661DDF69D4D}" dt="2026-07-10T18:50:36.800" v="5998" actId="948"/>
          <ac:spMkLst>
            <pc:docMk/>
            <pc:sldMk cId="858727879" sldId="257"/>
            <ac:spMk id="18" creationId="{573B8E16-8AF5-CDF1-BD31-6D1FDC85A252}"/>
          </ac:spMkLst>
        </pc:spChg>
        <pc:spChg chg="add mod">
          <ac:chgData name="Babar HUSSAIN" userId="3c08c949-b6b6-4802-ab4f-9bcf79801f46" providerId="ADAL" clId="{80919996-0F21-47E9-8054-C661DDF69D4D}" dt="2026-07-10T18:50:36.922" v="6009" actId="948"/>
          <ac:spMkLst>
            <pc:docMk/>
            <pc:sldMk cId="858727879" sldId="257"/>
            <ac:spMk id="19" creationId="{40A03F8D-58E8-8F29-22E4-1C050A8B0994}"/>
          </ac:spMkLst>
        </pc:spChg>
        <pc:spChg chg="add mod">
          <ac:chgData name="Babar HUSSAIN" userId="3c08c949-b6b6-4802-ab4f-9bcf79801f46" providerId="ADAL" clId="{80919996-0F21-47E9-8054-C661DDF69D4D}" dt="2026-07-10T18:50:36.962" v="6013" actId="1582"/>
          <ac:spMkLst>
            <pc:docMk/>
            <pc:sldMk cId="858727879" sldId="257"/>
            <ac:spMk id="20" creationId="{48F1A607-1074-C08A-302C-3FFCA41010E4}"/>
          </ac:spMkLst>
        </pc:spChg>
        <pc:spChg chg="add mod">
          <ac:chgData name="Babar HUSSAIN" userId="3c08c949-b6b6-4802-ab4f-9bcf79801f46" providerId="ADAL" clId="{80919996-0F21-47E9-8054-C661DDF69D4D}" dt="2026-07-10T18:50:37.144" v="6024" actId="948"/>
          <ac:spMkLst>
            <pc:docMk/>
            <pc:sldMk cId="858727879" sldId="257"/>
            <ac:spMk id="21" creationId="{CA051871-695A-5095-E9DF-EED06BD1B328}"/>
          </ac:spMkLst>
        </pc:spChg>
        <pc:spChg chg="add mod">
          <ac:chgData name="Babar HUSSAIN" userId="3c08c949-b6b6-4802-ab4f-9bcf79801f46" providerId="ADAL" clId="{80919996-0F21-47E9-8054-C661DDF69D4D}" dt="2026-07-10T18:50:37.277" v="6036" actId="948"/>
          <ac:spMkLst>
            <pc:docMk/>
            <pc:sldMk cId="858727879" sldId="257"/>
            <ac:spMk id="22" creationId="{3D0CCAA6-DB85-4CAF-7A6C-26AC1C62CA6F}"/>
          </ac:spMkLst>
        </pc:spChg>
        <pc:spChg chg="add mod">
          <ac:chgData name="Babar HUSSAIN" userId="3c08c949-b6b6-4802-ab4f-9bcf79801f46" providerId="ADAL" clId="{80919996-0F21-47E9-8054-C661DDF69D4D}" dt="2026-07-10T18:50:37.457" v="6048" actId="948"/>
          <ac:spMkLst>
            <pc:docMk/>
            <pc:sldMk cId="858727879" sldId="257"/>
            <ac:spMk id="23" creationId="{1D0C15E4-A63C-6948-EF60-76AC0EAC5A90}"/>
          </ac:spMkLst>
        </pc:spChg>
        <pc:cxnChg chg="add mod">
          <ac:chgData name="Babar HUSSAIN" userId="3c08c949-b6b6-4802-ab4f-9bcf79801f46" providerId="ADAL" clId="{80919996-0F21-47E9-8054-C661DDF69D4D}" dt="2026-07-10T18:50:35.705" v="5908" actId="1582"/>
          <ac:cxnSpMkLst>
            <pc:docMk/>
            <pc:sldMk cId="858727879" sldId="257"/>
            <ac:cxnSpMk id="6" creationId="{EEDC401E-D8AF-863D-B722-D6B1B1006280}"/>
          </ac:cxnSpMkLst>
        </pc:cxnChg>
      </pc:sldChg>
      <pc:sldChg chg="del">
        <pc:chgData name="Babar HUSSAIN" userId="3c08c949-b6b6-4802-ab4f-9bcf79801f46" providerId="ADAL" clId="{80919996-0F21-47E9-8054-C661DDF69D4D}" dt="2026-07-10T17:58:56.693" v="1" actId="2696"/>
        <pc:sldMkLst>
          <pc:docMk/>
          <pc:sldMk cId="1077418136" sldId="257"/>
        </pc:sldMkLst>
      </pc:sldChg>
      <pc:sldChg chg="addSp modSp add del mod setBg">
        <pc:chgData name="Babar HUSSAIN" userId="3c08c949-b6b6-4802-ab4f-9bcf79801f46" providerId="ADAL" clId="{80919996-0F21-47E9-8054-C661DDF69D4D}" dt="2026-07-10T18:03:51.034" v="1185" actId="2696"/>
        <pc:sldMkLst>
          <pc:docMk/>
          <pc:sldMk cId="1481881434" sldId="257"/>
        </pc:sldMkLst>
        <pc:spChg chg="add mod">
          <ac:chgData name="Babar HUSSAIN" userId="3c08c949-b6b6-4802-ab4f-9bcf79801f46" providerId="ADAL" clId="{80919996-0F21-47E9-8054-C661DDF69D4D}" dt="2026-07-10T17:59:00.850" v="201" actId="948"/>
          <ac:spMkLst>
            <pc:docMk/>
            <pc:sldMk cId="1481881434" sldId="257"/>
            <ac:spMk id="2" creationId="{42A3A5DD-F704-A8D8-43C9-AECF8D9F0AA3}"/>
          </ac:spMkLst>
        </pc:spChg>
        <pc:spChg chg="add mod">
          <ac:chgData name="Babar HUSSAIN" userId="3c08c949-b6b6-4802-ab4f-9bcf79801f46" providerId="ADAL" clId="{80919996-0F21-47E9-8054-C661DDF69D4D}" dt="2026-07-10T17:59:00.939" v="213" actId="948"/>
          <ac:spMkLst>
            <pc:docMk/>
            <pc:sldMk cId="1481881434" sldId="257"/>
            <ac:spMk id="3" creationId="{5F152586-3119-065C-88E4-4EEA1F113756}"/>
          </ac:spMkLst>
        </pc:spChg>
        <pc:spChg chg="add mod">
          <ac:chgData name="Babar HUSSAIN" userId="3c08c949-b6b6-4802-ab4f-9bcf79801f46" providerId="ADAL" clId="{80919996-0F21-47E9-8054-C661DDF69D4D}" dt="2026-07-10T17:59:01.058" v="225" actId="948"/>
          <ac:spMkLst>
            <pc:docMk/>
            <pc:sldMk cId="1481881434" sldId="257"/>
            <ac:spMk id="4" creationId="{EF9E8AD5-0E0F-D17B-779D-54B1CFA62029}"/>
          </ac:spMkLst>
        </pc:spChg>
        <pc:spChg chg="add mod">
          <ac:chgData name="Babar HUSSAIN" userId="3c08c949-b6b6-4802-ab4f-9bcf79801f46" providerId="ADAL" clId="{80919996-0F21-47E9-8054-C661DDF69D4D}" dt="2026-07-10T17:59:01.164" v="240" actId="948"/>
          <ac:spMkLst>
            <pc:docMk/>
            <pc:sldMk cId="1481881434" sldId="257"/>
            <ac:spMk id="6" creationId="{0ECEF0BD-5657-C61A-629C-BA1D41A45EA8}"/>
          </ac:spMkLst>
        </pc:spChg>
        <pc:spChg chg="add mod">
          <ac:chgData name="Babar HUSSAIN" userId="3c08c949-b6b6-4802-ab4f-9bcf79801f46" providerId="ADAL" clId="{80919996-0F21-47E9-8054-C661DDF69D4D}" dt="2026-07-10T17:59:01.272" v="254" actId="947"/>
          <ac:spMkLst>
            <pc:docMk/>
            <pc:sldMk cId="1481881434" sldId="257"/>
            <ac:spMk id="7" creationId="{390EF156-AB3B-E5C4-FBE5-4B07F21822CF}"/>
          </ac:spMkLst>
        </pc:spChg>
        <pc:spChg chg="add mod">
          <ac:chgData name="Babar HUSSAIN" userId="3c08c949-b6b6-4802-ab4f-9bcf79801f46" providerId="ADAL" clId="{80919996-0F21-47E9-8054-C661DDF69D4D}" dt="2026-07-10T17:59:01.444" v="272" actId="207"/>
          <ac:spMkLst>
            <pc:docMk/>
            <pc:sldMk cId="1481881434" sldId="257"/>
            <ac:spMk id="8" creationId="{F24E0C65-E4B4-6EE4-8BCA-C18E643CEB08}"/>
          </ac:spMkLst>
        </pc:spChg>
        <pc:spChg chg="add mod">
          <ac:chgData name="Babar HUSSAIN" userId="3c08c949-b6b6-4802-ab4f-9bcf79801f46" providerId="ADAL" clId="{80919996-0F21-47E9-8054-C661DDF69D4D}" dt="2026-07-10T17:59:01.355" v="261"/>
          <ac:spMkLst>
            <pc:docMk/>
            <pc:sldMk cId="1481881434" sldId="257"/>
            <ac:spMk id="9" creationId="{97B96CB9-ED8C-C8FD-7979-EE8214807B8C}"/>
          </ac:spMkLst>
        </pc:spChg>
        <pc:spChg chg="add mod">
          <ac:chgData name="Babar HUSSAIN" userId="3c08c949-b6b6-4802-ab4f-9bcf79801f46" providerId="ADAL" clId="{80919996-0F21-47E9-8054-C661DDF69D4D}" dt="2026-07-10T17:59:01.601" v="290" actId="947"/>
          <ac:spMkLst>
            <pc:docMk/>
            <pc:sldMk cId="1481881434" sldId="257"/>
            <ac:spMk id="11" creationId="{3B7960F4-7432-D50E-5DF6-E9B852B29A4C}"/>
          </ac:spMkLst>
        </pc:spChg>
        <pc:spChg chg="add mod">
          <ac:chgData name="Babar HUSSAIN" userId="3c08c949-b6b6-4802-ab4f-9bcf79801f46" providerId="ADAL" clId="{80919996-0F21-47E9-8054-C661DDF69D4D}" dt="2026-07-10T17:59:01.744" v="308" actId="207"/>
          <ac:spMkLst>
            <pc:docMk/>
            <pc:sldMk cId="1481881434" sldId="257"/>
            <ac:spMk id="12" creationId="{2666B2DF-281B-2B2D-D60C-7A7AF27BB267}"/>
          </ac:spMkLst>
        </pc:spChg>
        <pc:spChg chg="add mod">
          <ac:chgData name="Babar HUSSAIN" userId="3c08c949-b6b6-4802-ab4f-9bcf79801f46" providerId="ADAL" clId="{80919996-0F21-47E9-8054-C661DDF69D4D}" dt="2026-07-10T17:59:01.644" v="297"/>
          <ac:spMkLst>
            <pc:docMk/>
            <pc:sldMk cId="1481881434" sldId="257"/>
            <ac:spMk id="13" creationId="{39539380-2A50-144C-600B-5F5225F1485B}"/>
          </ac:spMkLst>
        </pc:spChg>
        <pc:spChg chg="add mod">
          <ac:chgData name="Babar HUSSAIN" userId="3c08c949-b6b6-4802-ab4f-9bcf79801f46" providerId="ADAL" clId="{80919996-0F21-47E9-8054-C661DDF69D4D}" dt="2026-07-10T17:59:01.857" v="326" actId="947"/>
          <ac:spMkLst>
            <pc:docMk/>
            <pc:sldMk cId="1481881434" sldId="257"/>
            <ac:spMk id="15" creationId="{917EA2C8-AEDC-2197-FE1F-70568985EF22}"/>
          </ac:spMkLst>
        </pc:spChg>
        <pc:spChg chg="add mod">
          <ac:chgData name="Babar HUSSAIN" userId="3c08c949-b6b6-4802-ab4f-9bcf79801f46" providerId="ADAL" clId="{80919996-0F21-47E9-8054-C661DDF69D4D}" dt="2026-07-10T17:59:02.018" v="344" actId="207"/>
          <ac:spMkLst>
            <pc:docMk/>
            <pc:sldMk cId="1481881434" sldId="257"/>
            <ac:spMk id="16" creationId="{F0683070-3FAF-E69D-F8C8-24F87A000CB3}"/>
          </ac:spMkLst>
        </pc:spChg>
        <pc:spChg chg="add mod">
          <ac:chgData name="Babar HUSSAIN" userId="3c08c949-b6b6-4802-ab4f-9bcf79801f46" providerId="ADAL" clId="{80919996-0F21-47E9-8054-C661DDF69D4D}" dt="2026-07-10T17:59:01.926" v="333"/>
          <ac:spMkLst>
            <pc:docMk/>
            <pc:sldMk cId="1481881434" sldId="257"/>
            <ac:spMk id="17" creationId="{FD6AA831-4EB4-9A1E-C298-ED5F301B6B44}"/>
          </ac:spMkLst>
        </pc:spChg>
        <pc:spChg chg="add mod">
          <ac:chgData name="Babar HUSSAIN" userId="3c08c949-b6b6-4802-ab4f-9bcf79801f46" providerId="ADAL" clId="{80919996-0F21-47E9-8054-C661DDF69D4D}" dt="2026-07-10T17:59:02.131" v="362" actId="947"/>
          <ac:spMkLst>
            <pc:docMk/>
            <pc:sldMk cId="1481881434" sldId="257"/>
            <ac:spMk id="19" creationId="{643EBE9C-C0F8-D5A6-A2F9-C35E00C52957}"/>
          </ac:spMkLst>
        </pc:spChg>
        <pc:spChg chg="add mod">
          <ac:chgData name="Babar HUSSAIN" userId="3c08c949-b6b6-4802-ab4f-9bcf79801f46" providerId="ADAL" clId="{80919996-0F21-47E9-8054-C661DDF69D4D}" dt="2026-07-10T17:59:02.305" v="380" actId="207"/>
          <ac:spMkLst>
            <pc:docMk/>
            <pc:sldMk cId="1481881434" sldId="257"/>
            <ac:spMk id="20" creationId="{D6F16A13-9849-A6FA-398A-E17FB7F64431}"/>
          </ac:spMkLst>
        </pc:spChg>
        <pc:spChg chg="add mod">
          <ac:chgData name="Babar HUSSAIN" userId="3c08c949-b6b6-4802-ab4f-9bcf79801f46" providerId="ADAL" clId="{80919996-0F21-47E9-8054-C661DDF69D4D}" dt="2026-07-10T17:59:02.169" v="369"/>
          <ac:spMkLst>
            <pc:docMk/>
            <pc:sldMk cId="1481881434" sldId="257"/>
            <ac:spMk id="21" creationId="{49B5FB52-407C-8A09-B1EC-FA3A96D6CAD6}"/>
          </ac:spMkLst>
        </pc:spChg>
        <pc:spChg chg="add mod">
          <ac:chgData name="Babar HUSSAIN" userId="3c08c949-b6b6-4802-ab4f-9bcf79801f46" providerId="ADAL" clId="{80919996-0F21-47E9-8054-C661DDF69D4D}" dt="2026-07-10T17:59:02.429" v="398" actId="947"/>
          <ac:spMkLst>
            <pc:docMk/>
            <pc:sldMk cId="1481881434" sldId="257"/>
            <ac:spMk id="23" creationId="{6BF53B9F-FA9C-FD35-AD6F-20FAF0166E84}"/>
          </ac:spMkLst>
        </pc:spChg>
        <pc:spChg chg="add mod">
          <ac:chgData name="Babar HUSSAIN" userId="3c08c949-b6b6-4802-ab4f-9bcf79801f46" providerId="ADAL" clId="{80919996-0F21-47E9-8054-C661DDF69D4D}" dt="2026-07-10T17:59:02.598" v="416" actId="207"/>
          <ac:spMkLst>
            <pc:docMk/>
            <pc:sldMk cId="1481881434" sldId="257"/>
            <ac:spMk id="24" creationId="{869D31ED-95EE-B3DC-07AD-10F34D61F597}"/>
          </ac:spMkLst>
        </pc:spChg>
        <pc:spChg chg="add mod">
          <ac:chgData name="Babar HUSSAIN" userId="3c08c949-b6b6-4802-ab4f-9bcf79801f46" providerId="ADAL" clId="{80919996-0F21-47E9-8054-C661DDF69D4D}" dt="2026-07-10T17:59:02.467" v="405"/>
          <ac:spMkLst>
            <pc:docMk/>
            <pc:sldMk cId="1481881434" sldId="257"/>
            <ac:spMk id="25" creationId="{1FDAA759-4556-CBA9-CE76-4CA1B8408DE9}"/>
          </ac:spMkLst>
        </pc:spChg>
        <pc:spChg chg="add mod">
          <ac:chgData name="Babar HUSSAIN" userId="3c08c949-b6b6-4802-ab4f-9bcf79801f46" providerId="ADAL" clId="{80919996-0F21-47E9-8054-C661DDF69D4D}" dt="2026-07-10T17:59:02.709" v="430" actId="947"/>
          <ac:spMkLst>
            <pc:docMk/>
            <pc:sldMk cId="1481881434" sldId="257"/>
            <ac:spMk id="26" creationId="{077A1314-D939-792A-5814-115B8B565EC5}"/>
          </ac:spMkLst>
        </pc:spChg>
        <pc:spChg chg="add mod">
          <ac:chgData name="Babar HUSSAIN" userId="3c08c949-b6b6-4802-ab4f-9bcf79801f46" providerId="ADAL" clId="{80919996-0F21-47E9-8054-C661DDF69D4D}" dt="2026-07-10T17:59:02.957" v="448" actId="207"/>
          <ac:spMkLst>
            <pc:docMk/>
            <pc:sldMk cId="1481881434" sldId="257"/>
            <ac:spMk id="27" creationId="{28C0A238-8983-B9E8-1EEA-D2073BE020D0}"/>
          </ac:spMkLst>
        </pc:spChg>
        <pc:spChg chg="add mod">
          <ac:chgData name="Babar HUSSAIN" userId="3c08c949-b6b6-4802-ab4f-9bcf79801f46" providerId="ADAL" clId="{80919996-0F21-47E9-8054-C661DDF69D4D}" dt="2026-07-10T17:59:02.748" v="437"/>
          <ac:spMkLst>
            <pc:docMk/>
            <pc:sldMk cId="1481881434" sldId="257"/>
            <ac:spMk id="28" creationId="{79F0893C-0913-FB49-B8A6-A897FF1E3383}"/>
          </ac:spMkLst>
        </pc:spChg>
        <pc:spChg chg="add mod">
          <ac:chgData name="Babar HUSSAIN" userId="3c08c949-b6b6-4802-ab4f-9bcf79801f46" providerId="ADAL" clId="{80919996-0F21-47E9-8054-C661DDF69D4D}" dt="2026-07-10T17:59:14.172" v="1145" actId="948"/>
          <ac:spMkLst>
            <pc:docMk/>
            <pc:sldMk cId="1481881434" sldId="257"/>
            <ac:spMk id="29" creationId="{1D95AAE4-9233-40A4-C7C9-1BADFF024F31}"/>
          </ac:spMkLst>
        </pc:spChg>
        <pc:cxnChg chg="add mod">
          <ac:chgData name="Babar HUSSAIN" userId="3c08c949-b6b6-4802-ab4f-9bcf79801f46" providerId="ADAL" clId="{80919996-0F21-47E9-8054-C661DDF69D4D}" dt="2026-07-10T17:59:01.073" v="228" actId="1582"/>
          <ac:cxnSpMkLst>
            <pc:docMk/>
            <pc:sldMk cId="1481881434" sldId="257"/>
            <ac:cxnSpMk id="5" creationId="{3EDB428D-FA80-2545-9E63-BA0862DC50D8}"/>
          </ac:cxnSpMkLst>
        </pc:cxnChg>
        <pc:cxnChg chg="add mod">
          <ac:chgData name="Babar HUSSAIN" userId="3c08c949-b6b6-4802-ab4f-9bcf79801f46" providerId="ADAL" clId="{80919996-0F21-47E9-8054-C661DDF69D4D}" dt="2026-07-10T17:59:01.462" v="276"/>
          <ac:cxnSpMkLst>
            <pc:docMk/>
            <pc:sldMk cId="1481881434" sldId="257"/>
            <ac:cxnSpMk id="10" creationId="{28A874A0-9835-2D6B-D828-88954787A66C}"/>
          </ac:cxnSpMkLst>
        </pc:cxnChg>
        <pc:cxnChg chg="add mod">
          <ac:chgData name="Babar HUSSAIN" userId="3c08c949-b6b6-4802-ab4f-9bcf79801f46" providerId="ADAL" clId="{80919996-0F21-47E9-8054-C661DDF69D4D}" dt="2026-07-10T17:59:01.762" v="312"/>
          <ac:cxnSpMkLst>
            <pc:docMk/>
            <pc:sldMk cId="1481881434" sldId="257"/>
            <ac:cxnSpMk id="14" creationId="{B34D3421-CCE9-5C20-8062-CABE2AB95117}"/>
          </ac:cxnSpMkLst>
        </pc:cxnChg>
        <pc:cxnChg chg="add mod">
          <ac:chgData name="Babar HUSSAIN" userId="3c08c949-b6b6-4802-ab4f-9bcf79801f46" providerId="ADAL" clId="{80919996-0F21-47E9-8054-C661DDF69D4D}" dt="2026-07-10T17:59:02.034" v="348"/>
          <ac:cxnSpMkLst>
            <pc:docMk/>
            <pc:sldMk cId="1481881434" sldId="257"/>
            <ac:cxnSpMk id="18" creationId="{D7ECCF11-B2DB-089B-C77D-6E4C27B83A89}"/>
          </ac:cxnSpMkLst>
        </pc:cxnChg>
        <pc:cxnChg chg="add mod">
          <ac:chgData name="Babar HUSSAIN" userId="3c08c949-b6b6-4802-ab4f-9bcf79801f46" providerId="ADAL" clId="{80919996-0F21-47E9-8054-C661DDF69D4D}" dt="2026-07-10T17:59:02.325" v="384"/>
          <ac:cxnSpMkLst>
            <pc:docMk/>
            <pc:sldMk cId="1481881434" sldId="257"/>
            <ac:cxnSpMk id="22" creationId="{F44ADA3E-AAA0-15E1-B973-6C8410187124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39:45.120" v="2635" actId="2696"/>
        <pc:sldMkLst>
          <pc:docMk/>
          <pc:sldMk cId="2111242633" sldId="257"/>
        </pc:sldMkLst>
        <pc:spChg chg="add mod">
          <ac:chgData name="Babar HUSSAIN" userId="3c08c949-b6b6-4802-ab4f-9bcf79801f46" providerId="ADAL" clId="{80919996-0F21-47E9-8054-C661DDF69D4D}" dt="2026-07-10T18:03:54.732" v="1385" actId="948"/>
          <ac:spMkLst>
            <pc:docMk/>
            <pc:sldMk cId="2111242633" sldId="257"/>
            <ac:spMk id="2" creationId="{331EA3F4-7E7F-9EEF-E2EA-086ECCD149DA}"/>
          </ac:spMkLst>
        </pc:spChg>
        <pc:spChg chg="add mod">
          <ac:chgData name="Babar HUSSAIN" userId="3c08c949-b6b6-4802-ab4f-9bcf79801f46" providerId="ADAL" clId="{80919996-0F21-47E9-8054-C661DDF69D4D}" dt="2026-07-10T18:03:54.821" v="1397" actId="948"/>
          <ac:spMkLst>
            <pc:docMk/>
            <pc:sldMk cId="2111242633" sldId="257"/>
            <ac:spMk id="3" creationId="{A14A43FB-A3E7-F574-BC34-492B3C92F346}"/>
          </ac:spMkLst>
        </pc:spChg>
        <pc:spChg chg="add mod">
          <ac:chgData name="Babar HUSSAIN" userId="3c08c949-b6b6-4802-ab4f-9bcf79801f46" providerId="ADAL" clId="{80919996-0F21-47E9-8054-C661DDF69D4D}" dt="2026-07-10T18:16:22.790" v="2626" actId="20577"/>
          <ac:spMkLst>
            <pc:docMk/>
            <pc:sldMk cId="2111242633" sldId="257"/>
            <ac:spMk id="4" creationId="{A4B8DE07-0C3B-0AD6-80E2-9586B4B3253A}"/>
          </ac:spMkLst>
        </pc:spChg>
        <pc:spChg chg="add mod">
          <ac:chgData name="Babar HUSSAIN" userId="3c08c949-b6b6-4802-ab4f-9bcf79801f46" providerId="ADAL" clId="{80919996-0F21-47E9-8054-C661DDF69D4D}" dt="2026-07-10T18:03:55.053" v="1424" actId="948"/>
          <ac:spMkLst>
            <pc:docMk/>
            <pc:sldMk cId="2111242633" sldId="257"/>
            <ac:spMk id="6" creationId="{80361928-5FCC-37E9-8ED0-1A273A533672}"/>
          </ac:spMkLst>
        </pc:spChg>
        <pc:spChg chg="add mod">
          <ac:chgData name="Babar HUSSAIN" userId="3c08c949-b6b6-4802-ab4f-9bcf79801f46" providerId="ADAL" clId="{80919996-0F21-47E9-8054-C661DDF69D4D}" dt="2026-07-10T18:03:55.151" v="1438" actId="947"/>
          <ac:spMkLst>
            <pc:docMk/>
            <pc:sldMk cId="2111242633" sldId="257"/>
            <ac:spMk id="7" creationId="{C65AF6D4-97C0-2E23-250D-6084C75007B5}"/>
          </ac:spMkLst>
        </pc:spChg>
        <pc:spChg chg="add mod">
          <ac:chgData name="Babar HUSSAIN" userId="3c08c949-b6b6-4802-ab4f-9bcf79801f46" providerId="ADAL" clId="{80919996-0F21-47E9-8054-C661DDF69D4D}" dt="2026-07-10T18:03:55.312" v="1456" actId="207"/>
          <ac:spMkLst>
            <pc:docMk/>
            <pc:sldMk cId="2111242633" sldId="257"/>
            <ac:spMk id="8" creationId="{6FF118EE-6CCB-A1DF-3EAA-D26BF1533165}"/>
          </ac:spMkLst>
        </pc:spChg>
        <pc:spChg chg="add mod">
          <ac:chgData name="Babar HUSSAIN" userId="3c08c949-b6b6-4802-ab4f-9bcf79801f46" providerId="ADAL" clId="{80919996-0F21-47E9-8054-C661DDF69D4D}" dt="2026-07-10T18:03:55.218" v="1445"/>
          <ac:spMkLst>
            <pc:docMk/>
            <pc:sldMk cId="2111242633" sldId="257"/>
            <ac:spMk id="9" creationId="{4999320D-A314-FFE6-5B2F-016C31F0BCE1}"/>
          </ac:spMkLst>
        </pc:spChg>
        <pc:spChg chg="add mod">
          <ac:chgData name="Babar HUSSAIN" userId="3c08c949-b6b6-4802-ab4f-9bcf79801f46" providerId="ADAL" clId="{80919996-0F21-47E9-8054-C661DDF69D4D}" dt="2026-07-10T18:03:55.430" v="1474" actId="947"/>
          <ac:spMkLst>
            <pc:docMk/>
            <pc:sldMk cId="2111242633" sldId="257"/>
            <ac:spMk id="11" creationId="{2BFEB20E-8787-A70C-F0C8-BBB4576E0B9F}"/>
          </ac:spMkLst>
        </pc:spChg>
        <pc:spChg chg="add mod">
          <ac:chgData name="Babar HUSSAIN" userId="3c08c949-b6b6-4802-ab4f-9bcf79801f46" providerId="ADAL" clId="{80919996-0F21-47E9-8054-C661DDF69D4D}" dt="2026-07-10T18:03:55.603" v="1492" actId="207"/>
          <ac:spMkLst>
            <pc:docMk/>
            <pc:sldMk cId="2111242633" sldId="257"/>
            <ac:spMk id="12" creationId="{C1FA81C7-6FB6-33A2-5E81-35464E0A24B6}"/>
          </ac:spMkLst>
        </pc:spChg>
        <pc:spChg chg="add mod">
          <ac:chgData name="Babar HUSSAIN" userId="3c08c949-b6b6-4802-ab4f-9bcf79801f46" providerId="ADAL" clId="{80919996-0F21-47E9-8054-C661DDF69D4D}" dt="2026-07-10T18:03:55.499" v="1481"/>
          <ac:spMkLst>
            <pc:docMk/>
            <pc:sldMk cId="2111242633" sldId="257"/>
            <ac:spMk id="13" creationId="{EC03700D-C07A-0FC5-9709-D15C4CDAE8A5}"/>
          </ac:spMkLst>
        </pc:spChg>
        <pc:spChg chg="add mod">
          <ac:chgData name="Babar HUSSAIN" userId="3c08c949-b6b6-4802-ab4f-9bcf79801f46" providerId="ADAL" clId="{80919996-0F21-47E9-8054-C661DDF69D4D}" dt="2026-07-10T18:03:55.749" v="1510" actId="947"/>
          <ac:spMkLst>
            <pc:docMk/>
            <pc:sldMk cId="2111242633" sldId="257"/>
            <ac:spMk id="15" creationId="{ECED599C-A595-0EB7-BB97-55CB3E5B9FEC}"/>
          </ac:spMkLst>
        </pc:spChg>
        <pc:spChg chg="add mod">
          <ac:chgData name="Babar HUSSAIN" userId="3c08c949-b6b6-4802-ab4f-9bcf79801f46" providerId="ADAL" clId="{80919996-0F21-47E9-8054-C661DDF69D4D}" dt="2026-07-10T18:03:55.946" v="1528" actId="207"/>
          <ac:spMkLst>
            <pc:docMk/>
            <pc:sldMk cId="2111242633" sldId="257"/>
            <ac:spMk id="16" creationId="{239B5C12-EEF9-7C5B-37EB-F8258FB64CCB}"/>
          </ac:spMkLst>
        </pc:spChg>
        <pc:spChg chg="add mod">
          <ac:chgData name="Babar HUSSAIN" userId="3c08c949-b6b6-4802-ab4f-9bcf79801f46" providerId="ADAL" clId="{80919996-0F21-47E9-8054-C661DDF69D4D}" dt="2026-07-10T18:03:55.816" v="1517"/>
          <ac:spMkLst>
            <pc:docMk/>
            <pc:sldMk cId="2111242633" sldId="257"/>
            <ac:spMk id="17" creationId="{4A77F906-0079-F6DC-D9E8-E4FECE287EE9}"/>
          </ac:spMkLst>
        </pc:spChg>
        <pc:spChg chg="add mod">
          <ac:chgData name="Babar HUSSAIN" userId="3c08c949-b6b6-4802-ab4f-9bcf79801f46" providerId="ADAL" clId="{80919996-0F21-47E9-8054-C661DDF69D4D}" dt="2026-07-10T18:03:56.103" v="1546" actId="947"/>
          <ac:spMkLst>
            <pc:docMk/>
            <pc:sldMk cId="2111242633" sldId="257"/>
            <ac:spMk id="19" creationId="{9D9F8945-D224-D41E-01B7-4FF68FD95375}"/>
          </ac:spMkLst>
        </pc:spChg>
        <pc:spChg chg="add mod">
          <ac:chgData name="Babar HUSSAIN" userId="3c08c949-b6b6-4802-ab4f-9bcf79801f46" providerId="ADAL" clId="{80919996-0F21-47E9-8054-C661DDF69D4D}" dt="2026-07-10T18:03:56.234" v="1564" actId="207"/>
          <ac:spMkLst>
            <pc:docMk/>
            <pc:sldMk cId="2111242633" sldId="257"/>
            <ac:spMk id="20" creationId="{9480CA55-3D3C-CA11-2656-9594B8402F63}"/>
          </ac:spMkLst>
        </pc:spChg>
        <pc:spChg chg="add mod">
          <ac:chgData name="Babar HUSSAIN" userId="3c08c949-b6b6-4802-ab4f-9bcf79801f46" providerId="ADAL" clId="{80919996-0F21-47E9-8054-C661DDF69D4D}" dt="2026-07-10T18:03:56.145" v="1553"/>
          <ac:spMkLst>
            <pc:docMk/>
            <pc:sldMk cId="2111242633" sldId="257"/>
            <ac:spMk id="21" creationId="{D2CFF4CD-A79D-DC0D-20C5-835ADBD901A2}"/>
          </ac:spMkLst>
        </pc:spChg>
        <pc:spChg chg="add mod">
          <ac:chgData name="Babar HUSSAIN" userId="3c08c949-b6b6-4802-ab4f-9bcf79801f46" providerId="ADAL" clId="{80919996-0F21-47E9-8054-C661DDF69D4D}" dt="2026-07-10T18:03:56.373" v="1582" actId="947"/>
          <ac:spMkLst>
            <pc:docMk/>
            <pc:sldMk cId="2111242633" sldId="257"/>
            <ac:spMk id="23" creationId="{E8B3B86F-7D9E-BBCD-B4FE-8A15D806046B}"/>
          </ac:spMkLst>
        </pc:spChg>
        <pc:spChg chg="add mod">
          <ac:chgData name="Babar HUSSAIN" userId="3c08c949-b6b6-4802-ab4f-9bcf79801f46" providerId="ADAL" clId="{80919996-0F21-47E9-8054-C661DDF69D4D}" dt="2026-07-10T18:03:56.494" v="1600" actId="207"/>
          <ac:spMkLst>
            <pc:docMk/>
            <pc:sldMk cId="2111242633" sldId="257"/>
            <ac:spMk id="24" creationId="{3301AFAE-DC7B-DCC1-A098-68C04BB98418}"/>
          </ac:spMkLst>
        </pc:spChg>
        <pc:spChg chg="add mod">
          <ac:chgData name="Babar HUSSAIN" userId="3c08c949-b6b6-4802-ab4f-9bcf79801f46" providerId="ADAL" clId="{80919996-0F21-47E9-8054-C661DDF69D4D}" dt="2026-07-10T18:03:56.409" v="1589"/>
          <ac:spMkLst>
            <pc:docMk/>
            <pc:sldMk cId="2111242633" sldId="257"/>
            <ac:spMk id="25" creationId="{501EA063-6A7F-E259-B64F-D690E2C38D1C}"/>
          </ac:spMkLst>
        </pc:spChg>
        <pc:spChg chg="add mod">
          <ac:chgData name="Babar HUSSAIN" userId="3c08c949-b6b6-4802-ab4f-9bcf79801f46" providerId="ADAL" clId="{80919996-0F21-47E9-8054-C661DDF69D4D}" dt="2026-07-10T18:03:56.614" v="1614" actId="947"/>
          <ac:spMkLst>
            <pc:docMk/>
            <pc:sldMk cId="2111242633" sldId="257"/>
            <ac:spMk id="26" creationId="{2A1C8E4A-F773-05EA-1722-1388B6966046}"/>
          </ac:spMkLst>
        </pc:spChg>
        <pc:spChg chg="add mod">
          <ac:chgData name="Babar HUSSAIN" userId="3c08c949-b6b6-4802-ab4f-9bcf79801f46" providerId="ADAL" clId="{80919996-0F21-47E9-8054-C661DDF69D4D}" dt="2026-07-10T18:03:56.752" v="1632" actId="207"/>
          <ac:spMkLst>
            <pc:docMk/>
            <pc:sldMk cId="2111242633" sldId="257"/>
            <ac:spMk id="27" creationId="{762EBBB4-6070-5C00-34C8-8FF9B7A1C3D8}"/>
          </ac:spMkLst>
        </pc:spChg>
        <pc:spChg chg="add mod">
          <ac:chgData name="Babar HUSSAIN" userId="3c08c949-b6b6-4802-ab4f-9bcf79801f46" providerId="ADAL" clId="{80919996-0F21-47E9-8054-C661DDF69D4D}" dt="2026-07-10T18:03:56.653" v="1621"/>
          <ac:spMkLst>
            <pc:docMk/>
            <pc:sldMk cId="2111242633" sldId="257"/>
            <ac:spMk id="28" creationId="{7F12C164-AA15-9057-ECC7-1FEF2DF05320}"/>
          </ac:spMkLst>
        </pc:spChg>
        <pc:spChg chg="add mod">
          <ac:chgData name="Babar HUSSAIN" userId="3c08c949-b6b6-4802-ab4f-9bcf79801f46" providerId="ADAL" clId="{80919996-0F21-47E9-8054-C661DDF69D4D}" dt="2026-07-10T18:04:07.652" v="2329" actId="948"/>
          <ac:spMkLst>
            <pc:docMk/>
            <pc:sldMk cId="2111242633" sldId="257"/>
            <ac:spMk id="29" creationId="{BB03BED5-B130-B2AB-4E45-3B2BDE23D40F}"/>
          </ac:spMkLst>
        </pc:spChg>
        <pc:cxnChg chg="add mod">
          <ac:chgData name="Babar HUSSAIN" userId="3c08c949-b6b6-4802-ab4f-9bcf79801f46" providerId="ADAL" clId="{80919996-0F21-47E9-8054-C661DDF69D4D}" dt="2026-07-10T18:03:54.953" v="1412" actId="1582"/>
          <ac:cxnSpMkLst>
            <pc:docMk/>
            <pc:sldMk cId="2111242633" sldId="257"/>
            <ac:cxnSpMk id="5" creationId="{18AB579E-777D-44DF-67F0-E58476497690}"/>
          </ac:cxnSpMkLst>
        </pc:cxnChg>
        <pc:cxnChg chg="add mod">
          <ac:chgData name="Babar HUSSAIN" userId="3c08c949-b6b6-4802-ab4f-9bcf79801f46" providerId="ADAL" clId="{80919996-0F21-47E9-8054-C661DDF69D4D}" dt="2026-07-10T18:03:55.329" v="1460"/>
          <ac:cxnSpMkLst>
            <pc:docMk/>
            <pc:sldMk cId="2111242633" sldId="257"/>
            <ac:cxnSpMk id="10" creationId="{60626B53-E14C-89E9-6EE5-FC885B392AC3}"/>
          </ac:cxnSpMkLst>
        </pc:cxnChg>
        <pc:cxnChg chg="add mod">
          <ac:chgData name="Babar HUSSAIN" userId="3c08c949-b6b6-4802-ab4f-9bcf79801f46" providerId="ADAL" clId="{80919996-0F21-47E9-8054-C661DDF69D4D}" dt="2026-07-10T18:03:55.621" v="1496"/>
          <ac:cxnSpMkLst>
            <pc:docMk/>
            <pc:sldMk cId="2111242633" sldId="257"/>
            <ac:cxnSpMk id="14" creationId="{344AD7AC-0E3D-75BF-F7CC-F77D4C106F72}"/>
          </ac:cxnSpMkLst>
        </pc:cxnChg>
        <pc:cxnChg chg="add mod">
          <ac:chgData name="Babar HUSSAIN" userId="3c08c949-b6b6-4802-ab4f-9bcf79801f46" providerId="ADAL" clId="{80919996-0F21-47E9-8054-C661DDF69D4D}" dt="2026-07-10T18:03:55.967" v="1532"/>
          <ac:cxnSpMkLst>
            <pc:docMk/>
            <pc:sldMk cId="2111242633" sldId="257"/>
            <ac:cxnSpMk id="18" creationId="{7F9AB176-1C02-4596-666F-143123A8DF68}"/>
          </ac:cxnSpMkLst>
        </pc:cxnChg>
        <pc:cxnChg chg="add mod">
          <ac:chgData name="Babar HUSSAIN" userId="3c08c949-b6b6-4802-ab4f-9bcf79801f46" providerId="ADAL" clId="{80919996-0F21-47E9-8054-C661DDF69D4D}" dt="2026-07-10T18:03:56.249" v="1568"/>
          <ac:cxnSpMkLst>
            <pc:docMk/>
            <pc:sldMk cId="2111242633" sldId="257"/>
            <ac:cxnSpMk id="22" creationId="{F01F8DA9-D68A-715A-A683-B6E6E7996FA2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45:56.935" v="4213" actId="2696"/>
        <pc:sldMkLst>
          <pc:docMk/>
          <pc:sldMk cId="3691187064" sldId="257"/>
        </pc:sldMkLst>
        <pc:spChg chg="add mod">
          <ac:chgData name="Babar HUSSAIN" userId="3c08c949-b6b6-4802-ab4f-9bcf79801f46" providerId="ADAL" clId="{80919996-0F21-47E9-8054-C661DDF69D4D}" dt="2026-07-10T18:39:49.453" v="2885" actId="948"/>
          <ac:spMkLst>
            <pc:docMk/>
            <pc:sldMk cId="3691187064" sldId="257"/>
            <ac:spMk id="2" creationId="{DAD1CB0F-57FD-C690-7F82-5EDE3AFE93A0}"/>
          </ac:spMkLst>
        </pc:spChg>
        <pc:spChg chg="add mod">
          <ac:chgData name="Babar HUSSAIN" userId="3c08c949-b6b6-4802-ab4f-9bcf79801f46" providerId="ADAL" clId="{80919996-0F21-47E9-8054-C661DDF69D4D}" dt="2026-07-10T18:39:49.527" v="2897" actId="948"/>
          <ac:spMkLst>
            <pc:docMk/>
            <pc:sldMk cId="3691187064" sldId="257"/>
            <ac:spMk id="3" creationId="{43A2F560-B481-C722-5E6F-DA8E2E501515}"/>
          </ac:spMkLst>
        </pc:spChg>
        <pc:spChg chg="add mod">
          <ac:chgData name="Babar HUSSAIN" userId="3c08c949-b6b6-4802-ab4f-9bcf79801f46" providerId="ADAL" clId="{80919996-0F21-47E9-8054-C661DDF69D4D}" dt="2026-07-10T18:39:49.654" v="2909" actId="948"/>
          <ac:spMkLst>
            <pc:docMk/>
            <pc:sldMk cId="3691187064" sldId="257"/>
            <ac:spMk id="4" creationId="{8BC4D841-1EA5-0521-3C30-A3E3B6A3F97F}"/>
          </ac:spMkLst>
        </pc:spChg>
        <pc:spChg chg="add mod">
          <ac:chgData name="Babar HUSSAIN" userId="3c08c949-b6b6-4802-ab4f-9bcf79801f46" providerId="ADAL" clId="{80919996-0F21-47E9-8054-C661DDF69D4D}" dt="2026-07-10T18:39:49.760" v="2923" actId="948"/>
          <ac:spMkLst>
            <pc:docMk/>
            <pc:sldMk cId="3691187064" sldId="257"/>
            <ac:spMk id="6" creationId="{4A27AEB5-D56D-F3A3-57FE-C7C08653CD34}"/>
          </ac:spMkLst>
        </pc:spChg>
        <pc:spChg chg="add mod">
          <ac:chgData name="Babar HUSSAIN" userId="3c08c949-b6b6-4802-ab4f-9bcf79801f46" providerId="ADAL" clId="{80919996-0F21-47E9-8054-C661DDF69D4D}" dt="2026-07-10T18:39:49.862" v="2934" actId="948"/>
          <ac:spMkLst>
            <pc:docMk/>
            <pc:sldMk cId="3691187064" sldId="257"/>
            <ac:spMk id="7" creationId="{34FCE342-E09D-D08D-F919-CBB9599F1585}"/>
          </ac:spMkLst>
        </pc:spChg>
        <pc:spChg chg="add mod">
          <ac:chgData name="Babar HUSSAIN" userId="3c08c949-b6b6-4802-ab4f-9bcf79801f46" providerId="ADAL" clId="{80919996-0F21-47E9-8054-C661DDF69D4D}" dt="2026-07-10T18:39:50.001" v="2938" actId="1582"/>
          <ac:spMkLst>
            <pc:docMk/>
            <pc:sldMk cId="3691187064" sldId="257"/>
            <ac:spMk id="8" creationId="{36291D60-5951-BC49-1237-76D465D2AB90}"/>
          </ac:spMkLst>
        </pc:spChg>
        <pc:spChg chg="add mod">
          <ac:chgData name="Babar HUSSAIN" userId="3c08c949-b6b6-4802-ab4f-9bcf79801f46" providerId="ADAL" clId="{80919996-0F21-47E9-8054-C661DDF69D4D}" dt="2026-07-10T18:39:50.018" v="2941"/>
          <ac:spMkLst>
            <pc:docMk/>
            <pc:sldMk cId="3691187064" sldId="257"/>
            <ac:spMk id="9" creationId="{3D6FED48-DF10-E1F3-E99B-AF376F686ECF}"/>
          </ac:spMkLst>
        </pc:spChg>
        <pc:spChg chg="add mod">
          <ac:chgData name="Babar HUSSAIN" userId="3c08c949-b6b6-4802-ab4f-9bcf79801f46" providerId="ADAL" clId="{80919996-0F21-47E9-8054-C661DDF69D4D}" dt="2026-07-10T18:39:50.141" v="2953" actId="948"/>
          <ac:spMkLst>
            <pc:docMk/>
            <pc:sldMk cId="3691187064" sldId="257"/>
            <ac:spMk id="10" creationId="{33D312B8-3430-B868-EAA0-FBB8D7D1FE3E}"/>
          </ac:spMkLst>
        </pc:spChg>
        <pc:spChg chg="add mod">
          <ac:chgData name="Babar HUSSAIN" userId="3c08c949-b6b6-4802-ab4f-9bcf79801f46" providerId="ADAL" clId="{80919996-0F21-47E9-8054-C661DDF69D4D}" dt="2026-07-10T18:39:50.215" v="2964" actId="948"/>
          <ac:spMkLst>
            <pc:docMk/>
            <pc:sldMk cId="3691187064" sldId="257"/>
            <ac:spMk id="11" creationId="{3643B7E6-D1BE-A29B-E522-A9AEE400AAE8}"/>
          </ac:spMkLst>
        </pc:spChg>
        <pc:spChg chg="add mod">
          <ac:chgData name="Babar HUSSAIN" userId="3c08c949-b6b6-4802-ab4f-9bcf79801f46" providerId="ADAL" clId="{80919996-0F21-47E9-8054-C661DDF69D4D}" dt="2026-07-10T18:39:50.266" v="2972" actId="1582"/>
          <ac:spMkLst>
            <pc:docMk/>
            <pc:sldMk cId="3691187064" sldId="257"/>
            <ac:spMk id="13" creationId="{DE3B1268-DDF8-795E-96DC-63977190414D}"/>
          </ac:spMkLst>
        </pc:spChg>
        <pc:spChg chg="add mod">
          <ac:chgData name="Babar HUSSAIN" userId="3c08c949-b6b6-4802-ab4f-9bcf79801f46" providerId="ADAL" clId="{80919996-0F21-47E9-8054-C661DDF69D4D}" dt="2026-07-10T18:39:50.284" v="2975"/>
          <ac:spMkLst>
            <pc:docMk/>
            <pc:sldMk cId="3691187064" sldId="257"/>
            <ac:spMk id="14" creationId="{FE1D99BC-98CB-E800-E92D-CCE9BB6746CF}"/>
          </ac:spMkLst>
        </pc:spChg>
        <pc:spChg chg="add mod">
          <ac:chgData name="Babar HUSSAIN" userId="3c08c949-b6b6-4802-ab4f-9bcf79801f46" providerId="ADAL" clId="{80919996-0F21-47E9-8054-C661DDF69D4D}" dt="2026-07-10T18:39:50.370" v="2987" actId="948"/>
          <ac:spMkLst>
            <pc:docMk/>
            <pc:sldMk cId="3691187064" sldId="257"/>
            <ac:spMk id="15" creationId="{66C946EC-6712-3155-41FA-BFFEE47ED755}"/>
          </ac:spMkLst>
        </pc:spChg>
        <pc:spChg chg="add mod">
          <ac:chgData name="Babar HUSSAIN" userId="3c08c949-b6b6-4802-ab4f-9bcf79801f46" providerId="ADAL" clId="{80919996-0F21-47E9-8054-C661DDF69D4D}" dt="2026-07-10T18:39:50.485" v="2998" actId="948"/>
          <ac:spMkLst>
            <pc:docMk/>
            <pc:sldMk cId="3691187064" sldId="257"/>
            <ac:spMk id="16" creationId="{98A7D605-B272-76E7-A69E-176403D84115}"/>
          </ac:spMkLst>
        </pc:spChg>
        <pc:spChg chg="add mod">
          <ac:chgData name="Babar HUSSAIN" userId="3c08c949-b6b6-4802-ab4f-9bcf79801f46" providerId="ADAL" clId="{80919996-0F21-47E9-8054-C661DDF69D4D}" dt="2026-07-10T18:39:50.532" v="3006" actId="1582"/>
          <ac:spMkLst>
            <pc:docMk/>
            <pc:sldMk cId="3691187064" sldId="257"/>
            <ac:spMk id="18" creationId="{C4230FB5-A964-4328-BB7F-9845575ACA3F}"/>
          </ac:spMkLst>
        </pc:spChg>
        <pc:spChg chg="add mod">
          <ac:chgData name="Babar HUSSAIN" userId="3c08c949-b6b6-4802-ab4f-9bcf79801f46" providerId="ADAL" clId="{80919996-0F21-47E9-8054-C661DDF69D4D}" dt="2026-07-10T18:39:50.552" v="3009"/>
          <ac:spMkLst>
            <pc:docMk/>
            <pc:sldMk cId="3691187064" sldId="257"/>
            <ac:spMk id="19" creationId="{2B7794B4-85EE-DAB3-5E4F-B8A94836E0D2}"/>
          </ac:spMkLst>
        </pc:spChg>
        <pc:spChg chg="add mod">
          <ac:chgData name="Babar HUSSAIN" userId="3c08c949-b6b6-4802-ab4f-9bcf79801f46" providerId="ADAL" clId="{80919996-0F21-47E9-8054-C661DDF69D4D}" dt="2026-07-10T18:39:50.640" v="3021" actId="948"/>
          <ac:spMkLst>
            <pc:docMk/>
            <pc:sldMk cId="3691187064" sldId="257"/>
            <ac:spMk id="20" creationId="{F87682AB-4745-8E31-7498-A7BECE32B292}"/>
          </ac:spMkLst>
        </pc:spChg>
        <pc:spChg chg="add mod">
          <ac:chgData name="Babar HUSSAIN" userId="3c08c949-b6b6-4802-ab4f-9bcf79801f46" providerId="ADAL" clId="{80919996-0F21-47E9-8054-C661DDF69D4D}" dt="2026-07-10T18:39:50.765" v="3032" actId="948"/>
          <ac:spMkLst>
            <pc:docMk/>
            <pc:sldMk cId="3691187064" sldId="257"/>
            <ac:spMk id="21" creationId="{A926539E-CEEA-47A2-71E8-67FB68F10E0F}"/>
          </ac:spMkLst>
        </pc:spChg>
        <pc:spChg chg="add mod">
          <ac:chgData name="Babar HUSSAIN" userId="3c08c949-b6b6-4802-ab4f-9bcf79801f46" providerId="ADAL" clId="{80919996-0F21-47E9-8054-C661DDF69D4D}" dt="2026-07-10T18:39:50.813" v="3040" actId="1582"/>
          <ac:spMkLst>
            <pc:docMk/>
            <pc:sldMk cId="3691187064" sldId="257"/>
            <ac:spMk id="23" creationId="{2D162AE7-8764-5A95-0585-E76A22829AC8}"/>
          </ac:spMkLst>
        </pc:spChg>
        <pc:spChg chg="add mod">
          <ac:chgData name="Babar HUSSAIN" userId="3c08c949-b6b6-4802-ab4f-9bcf79801f46" providerId="ADAL" clId="{80919996-0F21-47E9-8054-C661DDF69D4D}" dt="2026-07-10T18:39:50.835" v="3043"/>
          <ac:spMkLst>
            <pc:docMk/>
            <pc:sldMk cId="3691187064" sldId="257"/>
            <ac:spMk id="24" creationId="{7F9CB3E3-80EE-2588-D144-A9A047A64E02}"/>
          </ac:spMkLst>
        </pc:spChg>
        <pc:spChg chg="add mod">
          <ac:chgData name="Babar HUSSAIN" userId="3c08c949-b6b6-4802-ab4f-9bcf79801f46" providerId="ADAL" clId="{80919996-0F21-47E9-8054-C661DDF69D4D}" dt="2026-07-10T18:39:50.916" v="3055" actId="948"/>
          <ac:spMkLst>
            <pc:docMk/>
            <pc:sldMk cId="3691187064" sldId="257"/>
            <ac:spMk id="25" creationId="{CB9635DE-4A19-0192-FE7D-B5303D2F817F}"/>
          </ac:spMkLst>
        </pc:spChg>
        <pc:spChg chg="add mod">
          <ac:chgData name="Babar HUSSAIN" userId="3c08c949-b6b6-4802-ab4f-9bcf79801f46" providerId="ADAL" clId="{80919996-0F21-47E9-8054-C661DDF69D4D}" dt="2026-07-10T18:39:50.994" v="3066" actId="948"/>
          <ac:spMkLst>
            <pc:docMk/>
            <pc:sldMk cId="3691187064" sldId="257"/>
            <ac:spMk id="26" creationId="{D4E85D4A-B50B-A16E-31F7-EC20D7C09ED4}"/>
          </ac:spMkLst>
        </pc:spChg>
        <pc:spChg chg="add mod">
          <ac:chgData name="Babar HUSSAIN" userId="3c08c949-b6b6-4802-ab4f-9bcf79801f46" providerId="ADAL" clId="{80919996-0F21-47E9-8054-C661DDF69D4D}" dt="2026-07-10T18:39:51.069" v="3074" actId="1582"/>
          <ac:spMkLst>
            <pc:docMk/>
            <pc:sldMk cId="3691187064" sldId="257"/>
            <ac:spMk id="28" creationId="{D5E5AEF9-DC4F-3CE4-0F0B-550B58F08E30}"/>
          </ac:spMkLst>
        </pc:spChg>
        <pc:spChg chg="add mod">
          <ac:chgData name="Babar HUSSAIN" userId="3c08c949-b6b6-4802-ab4f-9bcf79801f46" providerId="ADAL" clId="{80919996-0F21-47E9-8054-C661DDF69D4D}" dt="2026-07-10T18:39:51.085" v="3077"/>
          <ac:spMkLst>
            <pc:docMk/>
            <pc:sldMk cId="3691187064" sldId="257"/>
            <ac:spMk id="29" creationId="{DFE6C37D-D4F7-4170-1CD7-1558340369DD}"/>
          </ac:spMkLst>
        </pc:spChg>
        <pc:spChg chg="add mod">
          <ac:chgData name="Babar HUSSAIN" userId="3c08c949-b6b6-4802-ab4f-9bcf79801f46" providerId="ADAL" clId="{80919996-0F21-47E9-8054-C661DDF69D4D}" dt="2026-07-10T18:39:51.158" v="3089" actId="948"/>
          <ac:spMkLst>
            <pc:docMk/>
            <pc:sldMk cId="3691187064" sldId="257"/>
            <ac:spMk id="30" creationId="{A0940CFC-5F0E-E7C0-E770-186A356BEC00}"/>
          </ac:spMkLst>
        </pc:spChg>
        <pc:spChg chg="add mod">
          <ac:chgData name="Babar HUSSAIN" userId="3c08c949-b6b6-4802-ab4f-9bcf79801f46" providerId="ADAL" clId="{80919996-0F21-47E9-8054-C661DDF69D4D}" dt="2026-07-10T18:39:51.228" v="3100" actId="948"/>
          <ac:spMkLst>
            <pc:docMk/>
            <pc:sldMk cId="3691187064" sldId="257"/>
            <ac:spMk id="31" creationId="{84EEAF37-FB47-DC2B-2381-3C30A75F0969}"/>
          </ac:spMkLst>
        </pc:spChg>
        <pc:spChg chg="add mod">
          <ac:chgData name="Babar HUSSAIN" userId="3c08c949-b6b6-4802-ab4f-9bcf79801f46" providerId="ADAL" clId="{80919996-0F21-47E9-8054-C661DDF69D4D}" dt="2026-07-10T18:39:51.252" v="3104" actId="1582"/>
          <ac:spMkLst>
            <pc:docMk/>
            <pc:sldMk cId="3691187064" sldId="257"/>
            <ac:spMk id="32" creationId="{3C7E8029-9655-7F10-95AC-42B1F6B86FAF}"/>
          </ac:spMkLst>
        </pc:spChg>
        <pc:spChg chg="add mod">
          <ac:chgData name="Babar HUSSAIN" userId="3c08c949-b6b6-4802-ab4f-9bcf79801f46" providerId="ADAL" clId="{80919996-0F21-47E9-8054-C661DDF69D4D}" dt="2026-07-10T18:39:51.369" v="3116" actId="948"/>
          <ac:spMkLst>
            <pc:docMk/>
            <pc:sldMk cId="3691187064" sldId="257"/>
            <ac:spMk id="33" creationId="{AE529FE5-D6A2-F81B-DE5B-0058C64C1F88}"/>
          </ac:spMkLst>
        </pc:spChg>
        <pc:spChg chg="add mod">
          <ac:chgData name="Babar HUSSAIN" userId="3c08c949-b6b6-4802-ab4f-9bcf79801f46" providerId="ADAL" clId="{80919996-0F21-47E9-8054-C661DDF69D4D}" dt="2026-07-10T18:39:51.494" v="3127" actId="948"/>
          <ac:spMkLst>
            <pc:docMk/>
            <pc:sldMk cId="3691187064" sldId="257"/>
            <ac:spMk id="34" creationId="{D485B5B7-E3F5-8176-127C-EED663505F3A}"/>
          </ac:spMkLst>
        </pc:spChg>
        <pc:spChg chg="add mod">
          <ac:chgData name="Babar HUSSAIN" userId="3c08c949-b6b6-4802-ab4f-9bcf79801f46" providerId="ADAL" clId="{80919996-0F21-47E9-8054-C661DDF69D4D}" dt="2026-07-10T18:39:51.628" v="3139" actId="948"/>
          <ac:spMkLst>
            <pc:docMk/>
            <pc:sldMk cId="3691187064" sldId="257"/>
            <ac:spMk id="35" creationId="{FCDA1F6C-40DB-63B8-D102-DCE001AF745C}"/>
          </ac:spMkLst>
        </pc:spChg>
        <pc:cxnChg chg="add mod">
          <ac:chgData name="Babar HUSSAIN" userId="3c08c949-b6b6-4802-ab4f-9bcf79801f46" providerId="ADAL" clId="{80919996-0F21-47E9-8054-C661DDF69D4D}" dt="2026-07-10T18:39:49.671" v="2912" actId="1582"/>
          <ac:cxnSpMkLst>
            <pc:docMk/>
            <pc:sldMk cId="3691187064" sldId="257"/>
            <ac:cxnSpMk id="5" creationId="{7D22507C-7A8C-BB03-7602-1C5758D76CE6}"/>
          </ac:cxnSpMkLst>
        </pc:cxnChg>
        <pc:cxnChg chg="add mod">
          <ac:chgData name="Babar HUSSAIN" userId="3c08c949-b6b6-4802-ab4f-9bcf79801f46" providerId="ADAL" clId="{80919996-0F21-47E9-8054-C661DDF69D4D}" dt="2026-07-10T18:39:50.238" v="2968"/>
          <ac:cxnSpMkLst>
            <pc:docMk/>
            <pc:sldMk cId="3691187064" sldId="257"/>
            <ac:cxnSpMk id="12" creationId="{70001E65-EAA9-83DB-44FD-ED148653ED58}"/>
          </ac:cxnSpMkLst>
        </pc:cxnChg>
        <pc:cxnChg chg="add mod">
          <ac:chgData name="Babar HUSSAIN" userId="3c08c949-b6b6-4802-ab4f-9bcf79801f46" providerId="ADAL" clId="{80919996-0F21-47E9-8054-C661DDF69D4D}" dt="2026-07-10T18:39:50.506" v="3002"/>
          <ac:cxnSpMkLst>
            <pc:docMk/>
            <pc:sldMk cId="3691187064" sldId="257"/>
            <ac:cxnSpMk id="17" creationId="{4C783CB4-A533-CDDA-1973-E2BEEF620307}"/>
          </ac:cxnSpMkLst>
        </pc:cxnChg>
        <pc:cxnChg chg="add mod">
          <ac:chgData name="Babar HUSSAIN" userId="3c08c949-b6b6-4802-ab4f-9bcf79801f46" providerId="ADAL" clId="{80919996-0F21-47E9-8054-C661DDF69D4D}" dt="2026-07-10T18:39:50.786" v="3036"/>
          <ac:cxnSpMkLst>
            <pc:docMk/>
            <pc:sldMk cId="3691187064" sldId="257"/>
            <ac:cxnSpMk id="22" creationId="{ED209F1C-1AFD-E70A-1EF0-847D1A89F4AB}"/>
          </ac:cxnSpMkLst>
        </pc:cxnChg>
        <pc:cxnChg chg="add mod">
          <ac:chgData name="Babar HUSSAIN" userId="3c08c949-b6b6-4802-ab4f-9bcf79801f46" providerId="ADAL" clId="{80919996-0F21-47E9-8054-C661DDF69D4D}" dt="2026-07-10T18:39:51.043" v="3070"/>
          <ac:cxnSpMkLst>
            <pc:docMk/>
            <pc:sldMk cId="3691187064" sldId="257"/>
            <ac:cxnSpMk id="27" creationId="{0CBF1001-97B5-C7BA-397B-6C8074877284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39:44.993" v="2633" actId="2696"/>
        <pc:sldMkLst>
          <pc:docMk/>
          <pc:sldMk cId="920621916" sldId="258"/>
        </pc:sldMkLst>
        <pc:spChg chg="add mod">
          <ac:chgData name="Babar HUSSAIN" userId="3c08c949-b6b6-4802-ab4f-9bcf79801f46" providerId="ADAL" clId="{80919996-0F21-47E9-8054-C661DDF69D4D}" dt="2026-07-10T18:03:56.861" v="1646" actId="948"/>
          <ac:spMkLst>
            <pc:docMk/>
            <pc:sldMk cId="920621916" sldId="258"/>
            <ac:spMk id="2" creationId="{A7BADD19-ECCB-A76F-21E5-D1A428D0D1D9}"/>
          </ac:spMkLst>
        </pc:spChg>
        <pc:spChg chg="add mod">
          <ac:chgData name="Babar HUSSAIN" userId="3c08c949-b6b6-4802-ab4f-9bcf79801f46" providerId="ADAL" clId="{80919996-0F21-47E9-8054-C661DDF69D4D}" dt="2026-07-10T18:03:56.973" v="1658" actId="948"/>
          <ac:spMkLst>
            <pc:docMk/>
            <pc:sldMk cId="920621916" sldId="258"/>
            <ac:spMk id="3" creationId="{3721E932-DA48-FC9E-CD1A-FA9F06C725E8}"/>
          </ac:spMkLst>
        </pc:spChg>
        <pc:spChg chg="add mod">
          <ac:chgData name="Babar HUSSAIN" userId="3c08c949-b6b6-4802-ab4f-9bcf79801f46" providerId="ADAL" clId="{80919996-0F21-47E9-8054-C661DDF69D4D}" dt="2026-07-10T18:16:23.125" v="2628" actId="20577"/>
          <ac:spMkLst>
            <pc:docMk/>
            <pc:sldMk cId="920621916" sldId="258"/>
            <ac:spMk id="4" creationId="{97D1AD6A-693C-09F1-265B-782D8E0BA6FF}"/>
          </ac:spMkLst>
        </pc:spChg>
        <pc:spChg chg="add mod">
          <ac:chgData name="Babar HUSSAIN" userId="3c08c949-b6b6-4802-ab4f-9bcf79801f46" providerId="ADAL" clId="{80919996-0F21-47E9-8054-C661DDF69D4D}" dt="2026-07-10T18:03:57.180" v="1685" actId="948"/>
          <ac:spMkLst>
            <pc:docMk/>
            <pc:sldMk cId="920621916" sldId="258"/>
            <ac:spMk id="6" creationId="{229DCCCC-3390-FCFC-0A88-9DC10647B3A4}"/>
          </ac:spMkLst>
        </pc:spChg>
        <pc:spChg chg="add mod">
          <ac:chgData name="Babar HUSSAIN" userId="3c08c949-b6b6-4802-ab4f-9bcf79801f46" providerId="ADAL" clId="{80919996-0F21-47E9-8054-C661DDF69D4D}" dt="2026-07-10T18:03:59.939" v="1846" actId="207"/>
          <ac:spMkLst>
            <pc:docMk/>
            <pc:sldMk cId="920621916" sldId="258"/>
            <ac:spMk id="8" creationId="{E9BFCEDD-E99D-AA3E-708B-72AA27FF00DB}"/>
          </ac:spMkLst>
        </pc:spChg>
        <pc:spChg chg="add mod">
          <ac:chgData name="Babar HUSSAIN" userId="3c08c949-b6b6-4802-ab4f-9bcf79801f46" providerId="ADAL" clId="{80919996-0F21-47E9-8054-C661DDF69D4D}" dt="2026-07-10T18:03:59.766" v="1835"/>
          <ac:spMkLst>
            <pc:docMk/>
            <pc:sldMk cId="920621916" sldId="258"/>
            <ac:spMk id="9" creationId="{BB495684-9B93-D13B-B351-D7B3F26879EC}"/>
          </ac:spMkLst>
        </pc:spChg>
        <pc:spChg chg="add mod">
          <ac:chgData name="Babar HUSSAIN" userId="3c08c949-b6b6-4802-ab4f-9bcf79801f46" providerId="ADAL" clId="{80919996-0F21-47E9-8054-C661DDF69D4D}" dt="2026-07-10T18:04:07.795" v="2341" actId="948"/>
          <ac:spMkLst>
            <pc:docMk/>
            <pc:sldMk cId="920621916" sldId="258"/>
            <ac:spMk id="10" creationId="{F63A87C5-DF0E-2983-7A46-7E293755DCAE}"/>
          </ac:spMkLst>
        </pc:spChg>
        <pc:graphicFrameChg chg="add mod modGraphic">
          <ac:chgData name="Babar HUSSAIN" userId="3c08c949-b6b6-4802-ab4f-9bcf79801f46" providerId="ADAL" clId="{80919996-0F21-47E9-8054-C661DDF69D4D}" dt="2026-07-10T18:03:59.615" v="1828" actId="207"/>
          <ac:graphicFrameMkLst>
            <pc:docMk/>
            <pc:sldMk cId="920621916" sldId="258"/>
            <ac:graphicFrameMk id="7" creationId="{8F99ED44-5A47-375E-5DF0-76D930361732}"/>
          </ac:graphicFrameMkLst>
        </pc:graphicFrameChg>
        <pc:cxnChg chg="add mod">
          <ac:chgData name="Babar HUSSAIN" userId="3c08c949-b6b6-4802-ab4f-9bcf79801f46" providerId="ADAL" clId="{80919996-0F21-47E9-8054-C661DDF69D4D}" dt="2026-07-10T18:03:57.091" v="1673" actId="1582"/>
          <ac:cxnSpMkLst>
            <pc:docMk/>
            <pc:sldMk cId="920621916" sldId="258"/>
            <ac:cxnSpMk id="5" creationId="{4ABCD0BE-7341-D952-AA03-CF57D8D49F40}"/>
          </ac:cxnSpMkLst>
        </pc:cxnChg>
      </pc:sldChg>
      <pc:sldChg chg="del">
        <pc:chgData name="Babar HUSSAIN" userId="3c08c949-b6b6-4802-ab4f-9bcf79801f46" providerId="ADAL" clId="{80919996-0F21-47E9-8054-C661DDF69D4D}" dt="2026-07-10T17:58:56.754" v="2" actId="2696"/>
        <pc:sldMkLst>
          <pc:docMk/>
          <pc:sldMk cId="1982411037" sldId="258"/>
        </pc:sldMkLst>
      </pc:sldChg>
      <pc:sldChg chg="addSp modSp add del mod setBg">
        <pc:chgData name="Babar HUSSAIN" userId="3c08c949-b6b6-4802-ab4f-9bcf79801f46" providerId="ADAL" clId="{80919996-0F21-47E9-8054-C661DDF69D4D}" dt="2026-07-10T18:45:56.925" v="4212" actId="2696"/>
        <pc:sldMkLst>
          <pc:docMk/>
          <pc:sldMk cId="2437990465" sldId="258"/>
        </pc:sldMkLst>
        <pc:spChg chg="add mod">
          <ac:chgData name="Babar HUSSAIN" userId="3c08c949-b6b6-4802-ab4f-9bcf79801f46" providerId="ADAL" clId="{80919996-0F21-47E9-8054-C661DDF69D4D}" dt="2026-07-10T18:39:51.733" v="3154" actId="948"/>
          <ac:spMkLst>
            <pc:docMk/>
            <pc:sldMk cId="2437990465" sldId="258"/>
            <ac:spMk id="2" creationId="{08C06716-515D-D617-AC5B-78366DB3A535}"/>
          </ac:spMkLst>
        </pc:spChg>
        <pc:spChg chg="add mod">
          <ac:chgData name="Babar HUSSAIN" userId="3c08c949-b6b6-4802-ab4f-9bcf79801f46" providerId="ADAL" clId="{80919996-0F21-47E9-8054-C661DDF69D4D}" dt="2026-07-10T18:39:51.856" v="3166" actId="948"/>
          <ac:spMkLst>
            <pc:docMk/>
            <pc:sldMk cId="2437990465" sldId="258"/>
            <ac:spMk id="3" creationId="{3E298537-9F47-FF9B-16FF-8FF93170ACBB}"/>
          </ac:spMkLst>
        </pc:spChg>
        <pc:spChg chg="add mod">
          <ac:chgData name="Babar HUSSAIN" userId="3c08c949-b6b6-4802-ab4f-9bcf79801f46" providerId="ADAL" clId="{80919996-0F21-47E9-8054-C661DDF69D4D}" dt="2026-07-10T18:39:51.936" v="3178" actId="948"/>
          <ac:spMkLst>
            <pc:docMk/>
            <pc:sldMk cId="2437990465" sldId="258"/>
            <ac:spMk id="4" creationId="{4020FD5E-61B1-7715-0B5E-A97DA479EB54}"/>
          </ac:spMkLst>
        </pc:spChg>
        <pc:spChg chg="add mod">
          <ac:chgData name="Babar HUSSAIN" userId="3c08c949-b6b6-4802-ab4f-9bcf79801f46" providerId="ADAL" clId="{80919996-0F21-47E9-8054-C661DDF69D4D}" dt="2026-07-10T18:39:52.021" v="3192" actId="948"/>
          <ac:spMkLst>
            <pc:docMk/>
            <pc:sldMk cId="2437990465" sldId="258"/>
            <ac:spMk id="6" creationId="{E866384D-2EF4-74C1-2031-725924FC3307}"/>
          </ac:spMkLst>
        </pc:spChg>
        <pc:spChg chg="add mod">
          <ac:chgData name="Babar HUSSAIN" userId="3c08c949-b6b6-4802-ab4f-9bcf79801f46" providerId="ADAL" clId="{80919996-0F21-47E9-8054-C661DDF69D4D}" dt="2026-07-10T18:39:52.114" v="3203" actId="948"/>
          <ac:spMkLst>
            <pc:docMk/>
            <pc:sldMk cId="2437990465" sldId="258"/>
            <ac:spMk id="7" creationId="{BC08DF03-A147-DD12-C7BB-06FB05A26238}"/>
          </ac:spMkLst>
        </pc:spChg>
        <pc:spChg chg="add mod">
          <ac:chgData name="Babar HUSSAIN" userId="3c08c949-b6b6-4802-ab4f-9bcf79801f46" providerId="ADAL" clId="{80919996-0F21-47E9-8054-C661DDF69D4D}" dt="2026-07-10T18:39:52.180" v="3207" actId="1582"/>
          <ac:spMkLst>
            <pc:docMk/>
            <pc:sldMk cId="2437990465" sldId="258"/>
            <ac:spMk id="8" creationId="{50C1E128-33D0-3D09-8C87-BE3C872AC495}"/>
          </ac:spMkLst>
        </pc:spChg>
        <pc:spChg chg="add mod">
          <ac:chgData name="Babar HUSSAIN" userId="3c08c949-b6b6-4802-ab4f-9bcf79801f46" providerId="ADAL" clId="{80919996-0F21-47E9-8054-C661DDF69D4D}" dt="2026-07-10T18:39:52.200" v="3210"/>
          <ac:spMkLst>
            <pc:docMk/>
            <pc:sldMk cId="2437990465" sldId="258"/>
            <ac:spMk id="9" creationId="{F5321539-ADF7-BF80-18B2-DB46BE9C0C2C}"/>
          </ac:spMkLst>
        </pc:spChg>
        <pc:spChg chg="add mod">
          <ac:chgData name="Babar HUSSAIN" userId="3c08c949-b6b6-4802-ab4f-9bcf79801f46" providerId="ADAL" clId="{80919996-0F21-47E9-8054-C661DDF69D4D}" dt="2026-07-10T18:39:52.276" v="3222" actId="948"/>
          <ac:spMkLst>
            <pc:docMk/>
            <pc:sldMk cId="2437990465" sldId="258"/>
            <ac:spMk id="10" creationId="{9882BE20-2AC5-CA18-6BB2-8124F6B921C7}"/>
          </ac:spMkLst>
        </pc:spChg>
        <pc:spChg chg="add mod">
          <ac:chgData name="Babar HUSSAIN" userId="3c08c949-b6b6-4802-ab4f-9bcf79801f46" providerId="ADAL" clId="{80919996-0F21-47E9-8054-C661DDF69D4D}" dt="2026-07-10T18:39:52.360" v="3233" actId="948"/>
          <ac:spMkLst>
            <pc:docMk/>
            <pc:sldMk cId="2437990465" sldId="258"/>
            <ac:spMk id="11" creationId="{371A20BF-2B79-EF54-BADD-BED2BCDC296F}"/>
          </ac:spMkLst>
        </pc:spChg>
        <pc:spChg chg="add mod">
          <ac:chgData name="Babar HUSSAIN" userId="3c08c949-b6b6-4802-ab4f-9bcf79801f46" providerId="ADAL" clId="{80919996-0F21-47E9-8054-C661DDF69D4D}" dt="2026-07-10T18:39:52.385" v="3237" actId="1582"/>
          <ac:spMkLst>
            <pc:docMk/>
            <pc:sldMk cId="2437990465" sldId="258"/>
            <ac:spMk id="12" creationId="{79C8C6FF-053A-00A8-DD2B-A7359CED93B9}"/>
          </ac:spMkLst>
        </pc:spChg>
        <pc:spChg chg="add mod">
          <ac:chgData name="Babar HUSSAIN" userId="3c08c949-b6b6-4802-ab4f-9bcf79801f46" providerId="ADAL" clId="{80919996-0F21-47E9-8054-C661DDF69D4D}" dt="2026-07-10T18:39:52.407" v="3240"/>
          <ac:spMkLst>
            <pc:docMk/>
            <pc:sldMk cId="2437990465" sldId="258"/>
            <ac:spMk id="13" creationId="{993FD42D-3424-2DDA-DBDA-427FC5ADEC72}"/>
          </ac:spMkLst>
        </pc:spChg>
        <pc:spChg chg="add mod">
          <ac:chgData name="Babar HUSSAIN" userId="3c08c949-b6b6-4802-ab4f-9bcf79801f46" providerId="ADAL" clId="{80919996-0F21-47E9-8054-C661DDF69D4D}" dt="2026-07-10T18:39:52.543" v="3252" actId="948"/>
          <ac:spMkLst>
            <pc:docMk/>
            <pc:sldMk cId="2437990465" sldId="258"/>
            <ac:spMk id="14" creationId="{A96AA821-7B2B-0EE3-56C6-F3FF5F662ABF}"/>
          </ac:spMkLst>
        </pc:spChg>
        <pc:spChg chg="add mod">
          <ac:chgData name="Babar HUSSAIN" userId="3c08c949-b6b6-4802-ab4f-9bcf79801f46" providerId="ADAL" clId="{80919996-0F21-47E9-8054-C661DDF69D4D}" dt="2026-07-10T18:39:52.625" v="3263" actId="948"/>
          <ac:spMkLst>
            <pc:docMk/>
            <pc:sldMk cId="2437990465" sldId="258"/>
            <ac:spMk id="15" creationId="{50170829-682E-5277-0908-D54AB69E58A3}"/>
          </ac:spMkLst>
        </pc:spChg>
        <pc:spChg chg="add mod">
          <ac:chgData name="Babar HUSSAIN" userId="3c08c949-b6b6-4802-ab4f-9bcf79801f46" providerId="ADAL" clId="{80919996-0F21-47E9-8054-C661DDF69D4D}" dt="2026-07-10T18:39:52.651" v="3267" actId="1582"/>
          <ac:spMkLst>
            <pc:docMk/>
            <pc:sldMk cId="2437990465" sldId="258"/>
            <ac:spMk id="16" creationId="{C42C8442-78BC-7953-B14E-786359A69DB3}"/>
          </ac:spMkLst>
        </pc:spChg>
        <pc:spChg chg="add mod">
          <ac:chgData name="Babar HUSSAIN" userId="3c08c949-b6b6-4802-ab4f-9bcf79801f46" providerId="ADAL" clId="{80919996-0F21-47E9-8054-C661DDF69D4D}" dt="2026-07-10T18:39:52.676" v="3270"/>
          <ac:spMkLst>
            <pc:docMk/>
            <pc:sldMk cId="2437990465" sldId="258"/>
            <ac:spMk id="17" creationId="{EEDEB6DE-73A6-932E-5985-8EA37CB7D36B}"/>
          </ac:spMkLst>
        </pc:spChg>
        <pc:spChg chg="add mod">
          <ac:chgData name="Babar HUSSAIN" userId="3c08c949-b6b6-4802-ab4f-9bcf79801f46" providerId="ADAL" clId="{80919996-0F21-47E9-8054-C661DDF69D4D}" dt="2026-07-10T18:39:52.815" v="3282" actId="948"/>
          <ac:spMkLst>
            <pc:docMk/>
            <pc:sldMk cId="2437990465" sldId="258"/>
            <ac:spMk id="18" creationId="{1304CB3E-C333-4814-3100-E7AAA6AAFA53}"/>
          </ac:spMkLst>
        </pc:spChg>
        <pc:spChg chg="add mod">
          <ac:chgData name="Babar HUSSAIN" userId="3c08c949-b6b6-4802-ab4f-9bcf79801f46" providerId="ADAL" clId="{80919996-0F21-47E9-8054-C661DDF69D4D}" dt="2026-07-10T18:39:52.948" v="3293" actId="948"/>
          <ac:spMkLst>
            <pc:docMk/>
            <pc:sldMk cId="2437990465" sldId="258"/>
            <ac:spMk id="19" creationId="{E0FB6B31-6088-256F-7A2F-3D7EE9C02F93}"/>
          </ac:spMkLst>
        </pc:spChg>
        <pc:spChg chg="add mod">
          <ac:chgData name="Babar HUSSAIN" userId="3c08c949-b6b6-4802-ab4f-9bcf79801f46" providerId="ADAL" clId="{80919996-0F21-47E9-8054-C661DDF69D4D}" dt="2026-07-10T18:39:52.978" v="3297" actId="1582"/>
          <ac:spMkLst>
            <pc:docMk/>
            <pc:sldMk cId="2437990465" sldId="258"/>
            <ac:spMk id="20" creationId="{B4A1EAE1-B4A3-9D9F-598F-1AC2514CA17C}"/>
          </ac:spMkLst>
        </pc:spChg>
        <pc:spChg chg="add mod">
          <ac:chgData name="Babar HUSSAIN" userId="3c08c949-b6b6-4802-ab4f-9bcf79801f46" providerId="ADAL" clId="{80919996-0F21-47E9-8054-C661DDF69D4D}" dt="2026-07-10T18:39:53.053" v="3300"/>
          <ac:spMkLst>
            <pc:docMk/>
            <pc:sldMk cId="2437990465" sldId="258"/>
            <ac:spMk id="21" creationId="{D326FA5A-40D1-A345-7546-D488A5C62EFE}"/>
          </ac:spMkLst>
        </pc:spChg>
        <pc:spChg chg="add mod">
          <ac:chgData name="Babar HUSSAIN" userId="3c08c949-b6b6-4802-ab4f-9bcf79801f46" providerId="ADAL" clId="{80919996-0F21-47E9-8054-C661DDF69D4D}" dt="2026-07-10T18:39:53.144" v="3312" actId="948"/>
          <ac:spMkLst>
            <pc:docMk/>
            <pc:sldMk cId="2437990465" sldId="258"/>
            <ac:spMk id="22" creationId="{6C7F296C-50D5-5CE5-43C5-7303ED05B4ED}"/>
          </ac:spMkLst>
        </pc:spChg>
        <pc:spChg chg="add mod">
          <ac:chgData name="Babar HUSSAIN" userId="3c08c949-b6b6-4802-ab4f-9bcf79801f46" providerId="ADAL" clId="{80919996-0F21-47E9-8054-C661DDF69D4D}" dt="2026-07-10T18:39:53.225" v="3323" actId="948"/>
          <ac:spMkLst>
            <pc:docMk/>
            <pc:sldMk cId="2437990465" sldId="258"/>
            <ac:spMk id="23" creationId="{ED865980-E184-3670-2425-D63759D0DC47}"/>
          </ac:spMkLst>
        </pc:spChg>
        <pc:spChg chg="add mod">
          <ac:chgData name="Babar HUSSAIN" userId="3c08c949-b6b6-4802-ab4f-9bcf79801f46" providerId="ADAL" clId="{80919996-0F21-47E9-8054-C661DDF69D4D}" dt="2026-07-10T18:39:53.248" v="3327" actId="1582"/>
          <ac:spMkLst>
            <pc:docMk/>
            <pc:sldMk cId="2437990465" sldId="258"/>
            <ac:spMk id="24" creationId="{49B78CA6-C278-0E67-89F8-7845E0C6D0E1}"/>
          </ac:spMkLst>
        </pc:spChg>
        <pc:spChg chg="add mod">
          <ac:chgData name="Babar HUSSAIN" userId="3c08c949-b6b6-4802-ab4f-9bcf79801f46" providerId="ADAL" clId="{80919996-0F21-47E9-8054-C661DDF69D4D}" dt="2026-07-10T18:39:53.267" v="3330"/>
          <ac:spMkLst>
            <pc:docMk/>
            <pc:sldMk cId="2437990465" sldId="258"/>
            <ac:spMk id="25" creationId="{587042D8-AFF1-29A3-B7CC-9D404F55CA56}"/>
          </ac:spMkLst>
        </pc:spChg>
        <pc:spChg chg="add mod">
          <ac:chgData name="Babar HUSSAIN" userId="3c08c949-b6b6-4802-ab4f-9bcf79801f46" providerId="ADAL" clId="{80919996-0F21-47E9-8054-C661DDF69D4D}" dt="2026-07-10T18:39:53.448" v="3342" actId="948"/>
          <ac:spMkLst>
            <pc:docMk/>
            <pc:sldMk cId="2437990465" sldId="258"/>
            <ac:spMk id="26" creationId="{D359DD84-B748-D676-8922-57802DE3E658}"/>
          </ac:spMkLst>
        </pc:spChg>
        <pc:spChg chg="add mod">
          <ac:chgData name="Babar HUSSAIN" userId="3c08c949-b6b6-4802-ab4f-9bcf79801f46" providerId="ADAL" clId="{80919996-0F21-47E9-8054-C661DDF69D4D}" dt="2026-07-10T18:39:53.573" v="3353" actId="948"/>
          <ac:spMkLst>
            <pc:docMk/>
            <pc:sldMk cId="2437990465" sldId="258"/>
            <ac:spMk id="27" creationId="{E1786859-F9E7-E5B2-46B0-046EE31F0351}"/>
          </ac:spMkLst>
        </pc:spChg>
        <pc:spChg chg="add mod">
          <ac:chgData name="Babar HUSSAIN" userId="3c08c949-b6b6-4802-ab4f-9bcf79801f46" providerId="ADAL" clId="{80919996-0F21-47E9-8054-C661DDF69D4D}" dt="2026-07-10T18:39:53.649" v="3357" actId="1582"/>
          <ac:spMkLst>
            <pc:docMk/>
            <pc:sldMk cId="2437990465" sldId="258"/>
            <ac:spMk id="28" creationId="{F2E12F1B-4B59-9A84-8DA9-4672D71262CF}"/>
          </ac:spMkLst>
        </pc:spChg>
        <pc:spChg chg="add mod">
          <ac:chgData name="Babar HUSSAIN" userId="3c08c949-b6b6-4802-ab4f-9bcf79801f46" providerId="ADAL" clId="{80919996-0F21-47E9-8054-C661DDF69D4D}" dt="2026-07-10T18:39:53.674" v="3360"/>
          <ac:spMkLst>
            <pc:docMk/>
            <pc:sldMk cId="2437990465" sldId="258"/>
            <ac:spMk id="29" creationId="{A0781C75-C413-0BB5-BDB4-670F4FCC6DDC}"/>
          </ac:spMkLst>
        </pc:spChg>
        <pc:spChg chg="add mod">
          <ac:chgData name="Babar HUSSAIN" userId="3c08c949-b6b6-4802-ab4f-9bcf79801f46" providerId="ADAL" clId="{80919996-0F21-47E9-8054-C661DDF69D4D}" dt="2026-07-10T18:39:53.796" v="3372" actId="948"/>
          <ac:spMkLst>
            <pc:docMk/>
            <pc:sldMk cId="2437990465" sldId="258"/>
            <ac:spMk id="30" creationId="{5B997545-4F5C-3EFC-EAF8-39BD4490162A}"/>
          </ac:spMkLst>
        </pc:spChg>
        <pc:spChg chg="add mod">
          <ac:chgData name="Babar HUSSAIN" userId="3c08c949-b6b6-4802-ab4f-9bcf79801f46" providerId="ADAL" clId="{80919996-0F21-47E9-8054-C661DDF69D4D}" dt="2026-07-10T18:39:53.938" v="3383" actId="948"/>
          <ac:spMkLst>
            <pc:docMk/>
            <pc:sldMk cId="2437990465" sldId="258"/>
            <ac:spMk id="31" creationId="{61442BEC-3956-838D-FC66-19D63354136C}"/>
          </ac:spMkLst>
        </pc:spChg>
        <pc:spChg chg="add mod">
          <ac:chgData name="Babar HUSSAIN" userId="3c08c949-b6b6-4802-ab4f-9bcf79801f46" providerId="ADAL" clId="{80919996-0F21-47E9-8054-C661DDF69D4D}" dt="2026-07-10T18:39:53.964" v="3387" actId="1582"/>
          <ac:spMkLst>
            <pc:docMk/>
            <pc:sldMk cId="2437990465" sldId="258"/>
            <ac:spMk id="32" creationId="{67ED5446-3E18-C890-77D3-A256E393F65A}"/>
          </ac:spMkLst>
        </pc:spChg>
        <pc:spChg chg="add mod">
          <ac:chgData name="Babar HUSSAIN" userId="3c08c949-b6b6-4802-ab4f-9bcf79801f46" providerId="ADAL" clId="{80919996-0F21-47E9-8054-C661DDF69D4D}" dt="2026-07-10T18:39:54.049" v="3399" actId="948"/>
          <ac:spMkLst>
            <pc:docMk/>
            <pc:sldMk cId="2437990465" sldId="258"/>
            <ac:spMk id="33" creationId="{EA9F3783-0025-B756-774B-907FA697A55D}"/>
          </ac:spMkLst>
        </pc:spChg>
        <pc:spChg chg="add mod">
          <ac:chgData name="Babar HUSSAIN" userId="3c08c949-b6b6-4802-ab4f-9bcf79801f46" providerId="ADAL" clId="{80919996-0F21-47E9-8054-C661DDF69D4D}" dt="2026-07-10T18:39:54.158" v="3411" actId="948"/>
          <ac:spMkLst>
            <pc:docMk/>
            <pc:sldMk cId="2437990465" sldId="258"/>
            <ac:spMk id="34" creationId="{F1426848-3004-947E-5564-7B05F90CD88C}"/>
          </ac:spMkLst>
        </pc:spChg>
        <pc:cxnChg chg="add mod">
          <ac:chgData name="Babar HUSSAIN" userId="3c08c949-b6b6-4802-ab4f-9bcf79801f46" providerId="ADAL" clId="{80919996-0F21-47E9-8054-C661DDF69D4D}" dt="2026-07-10T18:39:51.953" v="3181" actId="1582"/>
          <ac:cxnSpMkLst>
            <pc:docMk/>
            <pc:sldMk cId="2437990465" sldId="258"/>
            <ac:cxnSpMk id="5" creationId="{2146483C-3C8C-2D54-47FB-966EF8B57969}"/>
          </ac:cxnSpMkLst>
        </pc:cxnChg>
      </pc:sldChg>
      <pc:sldChg chg="addSp modSp add mod setBg">
        <pc:chgData name="Babar HUSSAIN" userId="3c08c949-b6b6-4802-ab4f-9bcf79801f46" providerId="ADAL" clId="{80919996-0F21-47E9-8054-C661DDF69D4D}" dt="2026-07-10T18:50:39.841" v="6308" actId="948"/>
        <pc:sldMkLst>
          <pc:docMk/>
          <pc:sldMk cId="2524728975" sldId="258"/>
        </pc:sldMkLst>
        <pc:spChg chg="add mod">
          <ac:chgData name="Babar HUSSAIN" userId="3c08c949-b6b6-4802-ab4f-9bcf79801f46" providerId="ADAL" clId="{80919996-0F21-47E9-8054-C661DDF69D4D}" dt="2026-07-10T18:50:37.571" v="6063" actId="948"/>
          <ac:spMkLst>
            <pc:docMk/>
            <pc:sldMk cId="2524728975" sldId="258"/>
            <ac:spMk id="2" creationId="{415E5160-259D-0BBA-DCAE-E538C7A408F7}"/>
          </ac:spMkLst>
        </pc:spChg>
        <pc:spChg chg="add mod">
          <ac:chgData name="Babar HUSSAIN" userId="3c08c949-b6b6-4802-ab4f-9bcf79801f46" providerId="ADAL" clId="{80919996-0F21-47E9-8054-C661DDF69D4D}" dt="2026-07-10T18:50:37.664" v="6075" actId="948"/>
          <ac:spMkLst>
            <pc:docMk/>
            <pc:sldMk cId="2524728975" sldId="258"/>
            <ac:spMk id="3" creationId="{12CD748C-C8ED-BFF2-A6C6-895AF9D9FE67}"/>
          </ac:spMkLst>
        </pc:spChg>
        <pc:spChg chg="add mod">
          <ac:chgData name="Babar HUSSAIN" userId="3c08c949-b6b6-4802-ab4f-9bcf79801f46" providerId="ADAL" clId="{80919996-0F21-47E9-8054-C661DDF69D4D}" dt="2026-07-10T18:50:37.806" v="6086" actId="948"/>
          <ac:spMkLst>
            <pc:docMk/>
            <pc:sldMk cId="2524728975" sldId="258"/>
            <ac:spMk id="4" creationId="{CFF6446E-96AE-24E5-E558-F2E60873BA1A}"/>
          </ac:spMkLst>
        </pc:spChg>
        <pc:spChg chg="add mod">
          <ac:chgData name="Babar HUSSAIN" userId="3c08c949-b6b6-4802-ab4f-9bcf79801f46" providerId="ADAL" clId="{80919996-0F21-47E9-8054-C661DDF69D4D}" dt="2026-07-10T18:50:38.043" v="6098" actId="948"/>
          <ac:spMkLst>
            <pc:docMk/>
            <pc:sldMk cId="2524728975" sldId="258"/>
            <ac:spMk id="5" creationId="{A46BD1FC-A1EE-C944-0F8B-1209C02499D9}"/>
          </ac:spMkLst>
        </pc:spChg>
        <pc:spChg chg="add mod">
          <ac:chgData name="Babar HUSSAIN" userId="3c08c949-b6b6-4802-ab4f-9bcf79801f46" providerId="ADAL" clId="{80919996-0F21-47E9-8054-C661DDF69D4D}" dt="2026-07-10T18:50:38.157" v="6112" actId="948"/>
          <ac:spMkLst>
            <pc:docMk/>
            <pc:sldMk cId="2524728975" sldId="258"/>
            <ac:spMk id="7" creationId="{63105EB3-184E-AAF6-1CBE-60EFDBBD3FA3}"/>
          </ac:spMkLst>
        </pc:spChg>
        <pc:spChg chg="add mod">
          <ac:chgData name="Babar HUSSAIN" userId="3c08c949-b6b6-4802-ab4f-9bcf79801f46" providerId="ADAL" clId="{80919996-0F21-47E9-8054-C661DDF69D4D}" dt="2026-07-10T18:50:38.188" v="6116" actId="1582"/>
          <ac:spMkLst>
            <pc:docMk/>
            <pc:sldMk cId="2524728975" sldId="258"/>
            <ac:spMk id="8" creationId="{02BBC23A-4580-50D0-DE33-82DC3430B697}"/>
          </ac:spMkLst>
        </pc:spChg>
        <pc:spChg chg="add mod">
          <ac:chgData name="Babar HUSSAIN" userId="3c08c949-b6b6-4802-ab4f-9bcf79801f46" providerId="ADAL" clId="{80919996-0F21-47E9-8054-C661DDF69D4D}" dt="2026-07-10T18:50:38.211" v="6119"/>
          <ac:spMkLst>
            <pc:docMk/>
            <pc:sldMk cId="2524728975" sldId="258"/>
            <ac:spMk id="9" creationId="{910A2827-CA1D-69FB-5D42-486778102942}"/>
          </ac:spMkLst>
        </pc:spChg>
        <pc:spChg chg="add mod">
          <ac:chgData name="Babar HUSSAIN" userId="3c08c949-b6b6-4802-ab4f-9bcf79801f46" providerId="ADAL" clId="{80919996-0F21-47E9-8054-C661DDF69D4D}" dt="2026-07-10T18:50:38.352" v="6131" actId="948"/>
          <ac:spMkLst>
            <pc:docMk/>
            <pc:sldMk cId="2524728975" sldId="258"/>
            <ac:spMk id="10" creationId="{2171FAEE-B6B5-D9F5-E2AF-F9E85159CDE3}"/>
          </ac:spMkLst>
        </pc:spChg>
        <pc:spChg chg="add mod">
          <ac:chgData name="Babar HUSSAIN" userId="3c08c949-b6b6-4802-ab4f-9bcf79801f46" providerId="ADAL" clId="{80919996-0F21-47E9-8054-C661DDF69D4D}" dt="2026-07-10T18:50:38.442" v="6142" actId="948"/>
          <ac:spMkLst>
            <pc:docMk/>
            <pc:sldMk cId="2524728975" sldId="258"/>
            <ac:spMk id="11" creationId="{AB48AECE-36B4-7662-58B8-6E588DFD1EE7}"/>
          </ac:spMkLst>
        </pc:spChg>
        <pc:spChg chg="add mod">
          <ac:chgData name="Babar HUSSAIN" userId="3c08c949-b6b6-4802-ab4f-9bcf79801f46" providerId="ADAL" clId="{80919996-0F21-47E9-8054-C661DDF69D4D}" dt="2026-07-10T18:50:38.469" v="6146" actId="1582"/>
          <ac:spMkLst>
            <pc:docMk/>
            <pc:sldMk cId="2524728975" sldId="258"/>
            <ac:spMk id="12" creationId="{17E390FE-6F1E-5878-E989-A7B67D5AD849}"/>
          </ac:spMkLst>
        </pc:spChg>
        <pc:spChg chg="add mod">
          <ac:chgData name="Babar HUSSAIN" userId="3c08c949-b6b6-4802-ab4f-9bcf79801f46" providerId="ADAL" clId="{80919996-0F21-47E9-8054-C661DDF69D4D}" dt="2026-07-10T18:50:38.492" v="6149"/>
          <ac:spMkLst>
            <pc:docMk/>
            <pc:sldMk cId="2524728975" sldId="258"/>
            <ac:spMk id="13" creationId="{D56334F3-3021-A305-895D-AB7126820A69}"/>
          </ac:spMkLst>
        </pc:spChg>
        <pc:spChg chg="add mod">
          <ac:chgData name="Babar HUSSAIN" userId="3c08c949-b6b6-4802-ab4f-9bcf79801f46" providerId="ADAL" clId="{80919996-0F21-47E9-8054-C661DDF69D4D}" dt="2026-07-10T18:50:38.608" v="6161" actId="948"/>
          <ac:spMkLst>
            <pc:docMk/>
            <pc:sldMk cId="2524728975" sldId="258"/>
            <ac:spMk id="14" creationId="{D9CE916B-9731-DBA2-525A-099AF24FA3E4}"/>
          </ac:spMkLst>
        </pc:spChg>
        <pc:spChg chg="add mod">
          <ac:chgData name="Babar HUSSAIN" userId="3c08c949-b6b6-4802-ab4f-9bcf79801f46" providerId="ADAL" clId="{80919996-0F21-47E9-8054-C661DDF69D4D}" dt="2026-07-10T18:50:38.683" v="6172" actId="948"/>
          <ac:spMkLst>
            <pc:docMk/>
            <pc:sldMk cId="2524728975" sldId="258"/>
            <ac:spMk id="15" creationId="{335429AD-D977-2AA9-75AE-A1C2022EEDC6}"/>
          </ac:spMkLst>
        </pc:spChg>
        <pc:spChg chg="add mod">
          <ac:chgData name="Babar HUSSAIN" userId="3c08c949-b6b6-4802-ab4f-9bcf79801f46" providerId="ADAL" clId="{80919996-0F21-47E9-8054-C661DDF69D4D}" dt="2026-07-10T18:50:38.715" v="6176" actId="1582"/>
          <ac:spMkLst>
            <pc:docMk/>
            <pc:sldMk cId="2524728975" sldId="258"/>
            <ac:spMk id="16" creationId="{80CEA31E-523F-E947-DEBA-3048BDEDDDF8}"/>
          </ac:spMkLst>
        </pc:spChg>
        <pc:spChg chg="add mod">
          <ac:chgData name="Babar HUSSAIN" userId="3c08c949-b6b6-4802-ab4f-9bcf79801f46" providerId="ADAL" clId="{80919996-0F21-47E9-8054-C661DDF69D4D}" dt="2026-07-10T18:50:38.732" v="6179"/>
          <ac:spMkLst>
            <pc:docMk/>
            <pc:sldMk cId="2524728975" sldId="258"/>
            <ac:spMk id="17" creationId="{831AED1B-D349-00B4-6BAF-60782D31094D}"/>
          </ac:spMkLst>
        </pc:spChg>
        <pc:spChg chg="add mod">
          <ac:chgData name="Babar HUSSAIN" userId="3c08c949-b6b6-4802-ab4f-9bcf79801f46" providerId="ADAL" clId="{80919996-0F21-47E9-8054-C661DDF69D4D}" dt="2026-07-10T18:50:38.850" v="6191" actId="948"/>
          <ac:spMkLst>
            <pc:docMk/>
            <pc:sldMk cId="2524728975" sldId="258"/>
            <ac:spMk id="18" creationId="{E6E96CC5-88AE-4413-E19F-7203A7AF9803}"/>
          </ac:spMkLst>
        </pc:spChg>
        <pc:spChg chg="add mod">
          <ac:chgData name="Babar HUSSAIN" userId="3c08c949-b6b6-4802-ab4f-9bcf79801f46" providerId="ADAL" clId="{80919996-0F21-47E9-8054-C661DDF69D4D}" dt="2026-07-10T18:50:38.925" v="6202" actId="948"/>
          <ac:spMkLst>
            <pc:docMk/>
            <pc:sldMk cId="2524728975" sldId="258"/>
            <ac:spMk id="19" creationId="{86948356-93CF-D127-6AE2-FFCD90E729E4}"/>
          </ac:spMkLst>
        </pc:spChg>
        <pc:spChg chg="add mod">
          <ac:chgData name="Babar HUSSAIN" userId="3c08c949-b6b6-4802-ab4f-9bcf79801f46" providerId="ADAL" clId="{80919996-0F21-47E9-8054-C661DDF69D4D}" dt="2026-07-10T18:50:38.948" v="6206" actId="1582"/>
          <ac:spMkLst>
            <pc:docMk/>
            <pc:sldMk cId="2524728975" sldId="258"/>
            <ac:spMk id="20" creationId="{11115B64-330E-D073-2D2D-5BEAFF48FF18}"/>
          </ac:spMkLst>
        </pc:spChg>
        <pc:spChg chg="add mod">
          <ac:chgData name="Babar HUSSAIN" userId="3c08c949-b6b6-4802-ab4f-9bcf79801f46" providerId="ADAL" clId="{80919996-0F21-47E9-8054-C661DDF69D4D}" dt="2026-07-10T18:50:38.967" v="6209"/>
          <ac:spMkLst>
            <pc:docMk/>
            <pc:sldMk cId="2524728975" sldId="258"/>
            <ac:spMk id="21" creationId="{F6E8C916-7177-BD64-6657-F19F7E4B2ECA}"/>
          </ac:spMkLst>
        </pc:spChg>
        <pc:spChg chg="add mod">
          <ac:chgData name="Babar HUSSAIN" userId="3c08c949-b6b6-4802-ab4f-9bcf79801f46" providerId="ADAL" clId="{80919996-0F21-47E9-8054-C661DDF69D4D}" dt="2026-07-10T18:50:39.053" v="6221" actId="948"/>
          <ac:spMkLst>
            <pc:docMk/>
            <pc:sldMk cId="2524728975" sldId="258"/>
            <ac:spMk id="22" creationId="{7477859F-47B7-72B0-9B9A-CD7A2EA7E596}"/>
          </ac:spMkLst>
        </pc:spChg>
        <pc:spChg chg="add mod">
          <ac:chgData name="Babar HUSSAIN" userId="3c08c949-b6b6-4802-ab4f-9bcf79801f46" providerId="ADAL" clId="{80919996-0F21-47E9-8054-C661DDF69D4D}" dt="2026-07-10T18:50:39.212" v="6232" actId="948"/>
          <ac:spMkLst>
            <pc:docMk/>
            <pc:sldMk cId="2524728975" sldId="258"/>
            <ac:spMk id="23" creationId="{F2E8C706-B5CD-B08C-EDD4-6988D5C7AB66}"/>
          </ac:spMkLst>
        </pc:spChg>
        <pc:spChg chg="add mod">
          <ac:chgData name="Babar HUSSAIN" userId="3c08c949-b6b6-4802-ab4f-9bcf79801f46" providerId="ADAL" clId="{80919996-0F21-47E9-8054-C661DDF69D4D}" dt="2026-07-10T18:50:39.246" v="6236" actId="1582"/>
          <ac:spMkLst>
            <pc:docMk/>
            <pc:sldMk cId="2524728975" sldId="258"/>
            <ac:spMk id="24" creationId="{2D2047F1-B271-9E9E-09CB-FC4075873BBC}"/>
          </ac:spMkLst>
        </pc:spChg>
        <pc:spChg chg="add mod">
          <ac:chgData name="Babar HUSSAIN" userId="3c08c949-b6b6-4802-ab4f-9bcf79801f46" providerId="ADAL" clId="{80919996-0F21-47E9-8054-C661DDF69D4D}" dt="2026-07-10T18:50:39.272" v="6239"/>
          <ac:spMkLst>
            <pc:docMk/>
            <pc:sldMk cId="2524728975" sldId="258"/>
            <ac:spMk id="25" creationId="{CB39C250-483E-EAB1-8AD8-00C2208DE3B6}"/>
          </ac:spMkLst>
        </pc:spChg>
        <pc:spChg chg="add mod">
          <ac:chgData name="Babar HUSSAIN" userId="3c08c949-b6b6-4802-ab4f-9bcf79801f46" providerId="ADAL" clId="{80919996-0F21-47E9-8054-C661DDF69D4D}" dt="2026-07-10T18:50:39.432" v="6251" actId="948"/>
          <ac:spMkLst>
            <pc:docMk/>
            <pc:sldMk cId="2524728975" sldId="258"/>
            <ac:spMk id="26" creationId="{90EB3135-A2EF-93A6-46D4-07DBD5693F92}"/>
          </ac:spMkLst>
        </pc:spChg>
        <pc:spChg chg="add mod">
          <ac:chgData name="Babar HUSSAIN" userId="3c08c949-b6b6-4802-ab4f-9bcf79801f46" providerId="ADAL" clId="{80919996-0F21-47E9-8054-C661DDF69D4D}" dt="2026-07-10T18:50:39.518" v="6262" actId="948"/>
          <ac:spMkLst>
            <pc:docMk/>
            <pc:sldMk cId="2524728975" sldId="258"/>
            <ac:spMk id="27" creationId="{1BAA4724-503C-E6D4-4FD2-92720F467AC6}"/>
          </ac:spMkLst>
        </pc:spChg>
        <pc:spChg chg="add mod">
          <ac:chgData name="Babar HUSSAIN" userId="3c08c949-b6b6-4802-ab4f-9bcf79801f46" providerId="ADAL" clId="{80919996-0F21-47E9-8054-C661DDF69D4D}" dt="2026-07-10T18:50:39.540" v="6266" actId="1582"/>
          <ac:spMkLst>
            <pc:docMk/>
            <pc:sldMk cId="2524728975" sldId="258"/>
            <ac:spMk id="28" creationId="{6967F7DF-CAA4-9BCC-3484-1222E817881E}"/>
          </ac:spMkLst>
        </pc:spChg>
        <pc:spChg chg="add mod">
          <ac:chgData name="Babar HUSSAIN" userId="3c08c949-b6b6-4802-ab4f-9bcf79801f46" providerId="ADAL" clId="{80919996-0F21-47E9-8054-C661DDF69D4D}" dt="2026-07-10T18:50:39.574" v="6269"/>
          <ac:spMkLst>
            <pc:docMk/>
            <pc:sldMk cId="2524728975" sldId="258"/>
            <ac:spMk id="29" creationId="{A51E4F35-1A97-3CFF-4FAE-766DA0C73503}"/>
          </ac:spMkLst>
        </pc:spChg>
        <pc:spChg chg="add mod">
          <ac:chgData name="Babar HUSSAIN" userId="3c08c949-b6b6-4802-ab4f-9bcf79801f46" providerId="ADAL" clId="{80919996-0F21-47E9-8054-C661DDF69D4D}" dt="2026-07-10T18:50:39.664" v="6281" actId="948"/>
          <ac:spMkLst>
            <pc:docMk/>
            <pc:sldMk cId="2524728975" sldId="258"/>
            <ac:spMk id="30" creationId="{E16124C4-3AD4-6268-BF86-112759DA8807}"/>
          </ac:spMkLst>
        </pc:spChg>
        <pc:spChg chg="add mod">
          <ac:chgData name="Babar HUSSAIN" userId="3c08c949-b6b6-4802-ab4f-9bcf79801f46" providerId="ADAL" clId="{80919996-0F21-47E9-8054-C661DDF69D4D}" dt="2026-07-10T18:50:39.739" v="6292" actId="948"/>
          <ac:spMkLst>
            <pc:docMk/>
            <pc:sldMk cId="2524728975" sldId="258"/>
            <ac:spMk id="31" creationId="{2A31BA18-2C5C-2EE2-406D-1F45E0C65602}"/>
          </ac:spMkLst>
        </pc:spChg>
        <pc:spChg chg="add mod">
          <ac:chgData name="Babar HUSSAIN" userId="3c08c949-b6b6-4802-ab4f-9bcf79801f46" providerId="ADAL" clId="{80919996-0F21-47E9-8054-C661DDF69D4D}" dt="2026-07-10T18:50:39.762" v="6296" actId="1582"/>
          <ac:spMkLst>
            <pc:docMk/>
            <pc:sldMk cId="2524728975" sldId="258"/>
            <ac:spMk id="32" creationId="{C8CEBBF9-547C-C96A-3868-E983F4207EDE}"/>
          </ac:spMkLst>
        </pc:spChg>
        <pc:spChg chg="add mod">
          <ac:chgData name="Babar HUSSAIN" userId="3c08c949-b6b6-4802-ab4f-9bcf79801f46" providerId="ADAL" clId="{80919996-0F21-47E9-8054-C661DDF69D4D}" dt="2026-07-10T18:50:39.841" v="6308" actId="948"/>
          <ac:spMkLst>
            <pc:docMk/>
            <pc:sldMk cId="2524728975" sldId="258"/>
            <ac:spMk id="33" creationId="{22B30152-F7C3-DC46-9227-6DA31774D607}"/>
          </ac:spMkLst>
        </pc:spChg>
        <pc:cxnChg chg="add mod">
          <ac:chgData name="Babar HUSSAIN" userId="3c08c949-b6b6-4802-ab4f-9bcf79801f46" providerId="ADAL" clId="{80919996-0F21-47E9-8054-C661DDF69D4D}" dt="2026-07-10T18:50:38.063" v="6101" actId="1582"/>
          <ac:cxnSpMkLst>
            <pc:docMk/>
            <pc:sldMk cId="2524728975" sldId="258"/>
            <ac:cxnSpMk id="6" creationId="{98376EE3-9A2D-5466-5E09-EA5B1774DADB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50:31.284" v="5659" actId="2696"/>
        <pc:sldMkLst>
          <pc:docMk/>
          <pc:sldMk cId="3123127122" sldId="258"/>
        </pc:sldMkLst>
        <pc:spChg chg="add mod">
          <ac:chgData name="Babar HUSSAIN" userId="3c08c949-b6b6-4802-ab4f-9bcf79801f46" providerId="ADAL" clId="{80919996-0F21-47E9-8054-C661DDF69D4D}" dt="2026-07-10T18:46:02.780" v="4617" actId="948"/>
          <ac:spMkLst>
            <pc:docMk/>
            <pc:sldMk cId="3123127122" sldId="258"/>
            <ac:spMk id="2" creationId="{8B63ABD6-FFC2-D2D3-963D-394F60D88065}"/>
          </ac:spMkLst>
        </pc:spChg>
        <pc:spChg chg="add mod">
          <ac:chgData name="Babar HUSSAIN" userId="3c08c949-b6b6-4802-ab4f-9bcf79801f46" providerId="ADAL" clId="{80919996-0F21-47E9-8054-C661DDF69D4D}" dt="2026-07-10T18:46:02.880" v="4629" actId="948"/>
          <ac:spMkLst>
            <pc:docMk/>
            <pc:sldMk cId="3123127122" sldId="258"/>
            <ac:spMk id="3" creationId="{6B1D01DD-DE4F-7D31-3E9D-7F1DC7FD00D4}"/>
          </ac:spMkLst>
        </pc:spChg>
        <pc:spChg chg="add mod">
          <ac:chgData name="Babar HUSSAIN" userId="3c08c949-b6b6-4802-ab4f-9bcf79801f46" providerId="ADAL" clId="{80919996-0F21-47E9-8054-C661DDF69D4D}" dt="2026-07-10T18:46:03.027" v="4641" actId="948"/>
          <ac:spMkLst>
            <pc:docMk/>
            <pc:sldMk cId="3123127122" sldId="258"/>
            <ac:spMk id="4" creationId="{91CB9024-46BF-206B-EB3C-13CD2275F6A5}"/>
          </ac:spMkLst>
        </pc:spChg>
        <pc:spChg chg="add mod">
          <ac:chgData name="Babar HUSSAIN" userId="3c08c949-b6b6-4802-ab4f-9bcf79801f46" providerId="ADAL" clId="{80919996-0F21-47E9-8054-C661DDF69D4D}" dt="2026-07-10T18:46:03.145" v="4655" actId="948"/>
          <ac:spMkLst>
            <pc:docMk/>
            <pc:sldMk cId="3123127122" sldId="258"/>
            <ac:spMk id="6" creationId="{8ACD6221-381F-E523-6218-8FF6E44D3049}"/>
          </ac:spMkLst>
        </pc:spChg>
        <pc:spChg chg="add mod">
          <ac:chgData name="Babar HUSSAIN" userId="3c08c949-b6b6-4802-ab4f-9bcf79801f46" providerId="ADAL" clId="{80919996-0F21-47E9-8054-C661DDF69D4D}" dt="2026-07-10T18:46:03.245" v="4666" actId="948"/>
          <ac:spMkLst>
            <pc:docMk/>
            <pc:sldMk cId="3123127122" sldId="258"/>
            <ac:spMk id="7" creationId="{CE8685D8-0179-2337-8322-E8EEA4DA674F}"/>
          </ac:spMkLst>
        </pc:spChg>
        <pc:spChg chg="add mod">
          <ac:chgData name="Babar HUSSAIN" userId="3c08c949-b6b6-4802-ab4f-9bcf79801f46" providerId="ADAL" clId="{80919996-0F21-47E9-8054-C661DDF69D4D}" dt="2026-07-10T18:46:03.297" v="4670" actId="1582"/>
          <ac:spMkLst>
            <pc:docMk/>
            <pc:sldMk cId="3123127122" sldId="258"/>
            <ac:spMk id="8" creationId="{F406187C-481C-11D7-AD3E-2FBD05E10A53}"/>
          </ac:spMkLst>
        </pc:spChg>
        <pc:spChg chg="add mod">
          <ac:chgData name="Babar HUSSAIN" userId="3c08c949-b6b6-4802-ab4f-9bcf79801f46" providerId="ADAL" clId="{80919996-0F21-47E9-8054-C661DDF69D4D}" dt="2026-07-10T18:46:03.320" v="4673"/>
          <ac:spMkLst>
            <pc:docMk/>
            <pc:sldMk cId="3123127122" sldId="258"/>
            <ac:spMk id="9" creationId="{B28D76D4-AC28-4FFA-C8E8-2F39687FB776}"/>
          </ac:spMkLst>
        </pc:spChg>
        <pc:spChg chg="add mod">
          <ac:chgData name="Babar HUSSAIN" userId="3c08c949-b6b6-4802-ab4f-9bcf79801f46" providerId="ADAL" clId="{80919996-0F21-47E9-8054-C661DDF69D4D}" dt="2026-07-10T18:46:03.435" v="4685" actId="948"/>
          <ac:spMkLst>
            <pc:docMk/>
            <pc:sldMk cId="3123127122" sldId="258"/>
            <ac:spMk id="10" creationId="{51587D43-8227-0D6A-9EC9-24BA7A4C3D3F}"/>
          </ac:spMkLst>
        </pc:spChg>
        <pc:spChg chg="add mod">
          <ac:chgData name="Babar HUSSAIN" userId="3c08c949-b6b6-4802-ab4f-9bcf79801f46" providerId="ADAL" clId="{80919996-0F21-47E9-8054-C661DDF69D4D}" dt="2026-07-10T18:46:03.520" v="4696" actId="948"/>
          <ac:spMkLst>
            <pc:docMk/>
            <pc:sldMk cId="3123127122" sldId="258"/>
            <ac:spMk id="11" creationId="{8C79AE29-EA83-7B7D-E1E4-D73547A2036D}"/>
          </ac:spMkLst>
        </pc:spChg>
        <pc:spChg chg="add mod">
          <ac:chgData name="Babar HUSSAIN" userId="3c08c949-b6b6-4802-ab4f-9bcf79801f46" providerId="ADAL" clId="{80919996-0F21-47E9-8054-C661DDF69D4D}" dt="2026-07-10T18:46:03.552" v="4700" actId="1582"/>
          <ac:spMkLst>
            <pc:docMk/>
            <pc:sldMk cId="3123127122" sldId="258"/>
            <ac:spMk id="12" creationId="{304157E9-B8E2-7448-3C65-DC1B26387142}"/>
          </ac:spMkLst>
        </pc:spChg>
        <pc:spChg chg="add mod">
          <ac:chgData name="Babar HUSSAIN" userId="3c08c949-b6b6-4802-ab4f-9bcf79801f46" providerId="ADAL" clId="{80919996-0F21-47E9-8054-C661DDF69D4D}" dt="2026-07-10T18:46:03.571" v="4703"/>
          <ac:spMkLst>
            <pc:docMk/>
            <pc:sldMk cId="3123127122" sldId="258"/>
            <ac:spMk id="13" creationId="{975468CE-A204-4872-0135-7FBBFDD201A8}"/>
          </ac:spMkLst>
        </pc:spChg>
        <pc:spChg chg="add mod">
          <ac:chgData name="Babar HUSSAIN" userId="3c08c949-b6b6-4802-ab4f-9bcf79801f46" providerId="ADAL" clId="{80919996-0F21-47E9-8054-C661DDF69D4D}" dt="2026-07-10T18:46:03.710" v="4715" actId="948"/>
          <ac:spMkLst>
            <pc:docMk/>
            <pc:sldMk cId="3123127122" sldId="258"/>
            <ac:spMk id="14" creationId="{6AB34DEC-1BCD-B2B2-C5C5-FE6C3997C1A3}"/>
          </ac:spMkLst>
        </pc:spChg>
        <pc:spChg chg="add mod">
          <ac:chgData name="Babar HUSSAIN" userId="3c08c949-b6b6-4802-ab4f-9bcf79801f46" providerId="ADAL" clId="{80919996-0F21-47E9-8054-C661DDF69D4D}" dt="2026-07-10T18:46:03.800" v="4726" actId="948"/>
          <ac:spMkLst>
            <pc:docMk/>
            <pc:sldMk cId="3123127122" sldId="258"/>
            <ac:spMk id="15" creationId="{1819AF9B-7E8E-6FD2-E114-386903486AE2}"/>
          </ac:spMkLst>
        </pc:spChg>
        <pc:spChg chg="add mod">
          <ac:chgData name="Babar HUSSAIN" userId="3c08c949-b6b6-4802-ab4f-9bcf79801f46" providerId="ADAL" clId="{80919996-0F21-47E9-8054-C661DDF69D4D}" dt="2026-07-10T18:46:03.836" v="4730" actId="1582"/>
          <ac:spMkLst>
            <pc:docMk/>
            <pc:sldMk cId="3123127122" sldId="258"/>
            <ac:spMk id="16" creationId="{56F7F68E-5216-CE25-F2C8-EE43478B003D}"/>
          </ac:spMkLst>
        </pc:spChg>
        <pc:spChg chg="add mod">
          <ac:chgData name="Babar HUSSAIN" userId="3c08c949-b6b6-4802-ab4f-9bcf79801f46" providerId="ADAL" clId="{80919996-0F21-47E9-8054-C661DDF69D4D}" dt="2026-07-10T18:46:03.856" v="4733"/>
          <ac:spMkLst>
            <pc:docMk/>
            <pc:sldMk cId="3123127122" sldId="258"/>
            <ac:spMk id="17" creationId="{AD37F883-D779-DEC8-362A-F271AAE26C55}"/>
          </ac:spMkLst>
        </pc:spChg>
        <pc:spChg chg="add mod">
          <ac:chgData name="Babar HUSSAIN" userId="3c08c949-b6b6-4802-ab4f-9bcf79801f46" providerId="ADAL" clId="{80919996-0F21-47E9-8054-C661DDF69D4D}" dt="2026-07-10T18:46:03.990" v="4745" actId="948"/>
          <ac:spMkLst>
            <pc:docMk/>
            <pc:sldMk cId="3123127122" sldId="258"/>
            <ac:spMk id="18" creationId="{B35929CB-6340-D9A6-65E5-3DDEE45F15E7}"/>
          </ac:spMkLst>
        </pc:spChg>
        <pc:spChg chg="add mod">
          <ac:chgData name="Babar HUSSAIN" userId="3c08c949-b6b6-4802-ab4f-9bcf79801f46" providerId="ADAL" clId="{80919996-0F21-47E9-8054-C661DDF69D4D}" dt="2026-07-10T18:46:04.087" v="4756" actId="948"/>
          <ac:spMkLst>
            <pc:docMk/>
            <pc:sldMk cId="3123127122" sldId="258"/>
            <ac:spMk id="19" creationId="{C5461800-77E0-E876-23C7-E49D18592D08}"/>
          </ac:spMkLst>
        </pc:spChg>
        <pc:spChg chg="add mod">
          <ac:chgData name="Babar HUSSAIN" userId="3c08c949-b6b6-4802-ab4f-9bcf79801f46" providerId="ADAL" clId="{80919996-0F21-47E9-8054-C661DDF69D4D}" dt="2026-07-10T18:46:04.120" v="4760" actId="1582"/>
          <ac:spMkLst>
            <pc:docMk/>
            <pc:sldMk cId="3123127122" sldId="258"/>
            <ac:spMk id="20" creationId="{2F493624-0074-3FA7-D952-002DBBF2C169}"/>
          </ac:spMkLst>
        </pc:spChg>
        <pc:spChg chg="add mod">
          <ac:chgData name="Babar HUSSAIN" userId="3c08c949-b6b6-4802-ab4f-9bcf79801f46" providerId="ADAL" clId="{80919996-0F21-47E9-8054-C661DDF69D4D}" dt="2026-07-10T18:46:04.144" v="4763"/>
          <ac:spMkLst>
            <pc:docMk/>
            <pc:sldMk cId="3123127122" sldId="258"/>
            <ac:spMk id="21" creationId="{825A25AD-AF4E-D897-F285-64A03B76D5BB}"/>
          </ac:spMkLst>
        </pc:spChg>
        <pc:spChg chg="add mod">
          <ac:chgData name="Babar HUSSAIN" userId="3c08c949-b6b6-4802-ab4f-9bcf79801f46" providerId="ADAL" clId="{80919996-0F21-47E9-8054-C661DDF69D4D}" dt="2026-07-10T18:46:04.286" v="4775" actId="948"/>
          <ac:spMkLst>
            <pc:docMk/>
            <pc:sldMk cId="3123127122" sldId="258"/>
            <ac:spMk id="22" creationId="{87A2B181-1FB5-D341-DC2A-65E5863F16E4}"/>
          </ac:spMkLst>
        </pc:spChg>
        <pc:spChg chg="add mod">
          <ac:chgData name="Babar HUSSAIN" userId="3c08c949-b6b6-4802-ab4f-9bcf79801f46" providerId="ADAL" clId="{80919996-0F21-47E9-8054-C661DDF69D4D}" dt="2026-07-10T18:46:04.383" v="4786" actId="948"/>
          <ac:spMkLst>
            <pc:docMk/>
            <pc:sldMk cId="3123127122" sldId="258"/>
            <ac:spMk id="23" creationId="{6E9D9C53-A51A-5124-7300-806D65B633AC}"/>
          </ac:spMkLst>
        </pc:spChg>
        <pc:spChg chg="add mod">
          <ac:chgData name="Babar HUSSAIN" userId="3c08c949-b6b6-4802-ab4f-9bcf79801f46" providerId="ADAL" clId="{80919996-0F21-47E9-8054-C661DDF69D4D}" dt="2026-07-10T18:46:04.417" v="4790" actId="1582"/>
          <ac:spMkLst>
            <pc:docMk/>
            <pc:sldMk cId="3123127122" sldId="258"/>
            <ac:spMk id="24" creationId="{7EB50762-BF85-B8F2-F69A-354260A1A345}"/>
          </ac:spMkLst>
        </pc:spChg>
        <pc:spChg chg="add mod">
          <ac:chgData name="Babar HUSSAIN" userId="3c08c949-b6b6-4802-ab4f-9bcf79801f46" providerId="ADAL" clId="{80919996-0F21-47E9-8054-C661DDF69D4D}" dt="2026-07-10T18:46:04.462" v="4793"/>
          <ac:spMkLst>
            <pc:docMk/>
            <pc:sldMk cId="3123127122" sldId="258"/>
            <ac:spMk id="25" creationId="{7745D0C6-0180-CFA0-6B84-4AE035055149}"/>
          </ac:spMkLst>
        </pc:spChg>
        <pc:spChg chg="add mod">
          <ac:chgData name="Babar HUSSAIN" userId="3c08c949-b6b6-4802-ab4f-9bcf79801f46" providerId="ADAL" clId="{80919996-0F21-47E9-8054-C661DDF69D4D}" dt="2026-07-10T18:46:04.584" v="4805" actId="948"/>
          <ac:spMkLst>
            <pc:docMk/>
            <pc:sldMk cId="3123127122" sldId="258"/>
            <ac:spMk id="26" creationId="{DF01F5F1-0CBD-7F17-BEF9-C7DDA37CA026}"/>
          </ac:spMkLst>
        </pc:spChg>
        <pc:spChg chg="add mod">
          <ac:chgData name="Babar HUSSAIN" userId="3c08c949-b6b6-4802-ab4f-9bcf79801f46" providerId="ADAL" clId="{80919996-0F21-47E9-8054-C661DDF69D4D}" dt="2026-07-10T18:46:04.676" v="4816" actId="948"/>
          <ac:spMkLst>
            <pc:docMk/>
            <pc:sldMk cId="3123127122" sldId="258"/>
            <ac:spMk id="27" creationId="{0A59328C-3249-5254-7A88-718C8091AB58}"/>
          </ac:spMkLst>
        </pc:spChg>
        <pc:spChg chg="add mod">
          <ac:chgData name="Babar HUSSAIN" userId="3c08c949-b6b6-4802-ab4f-9bcf79801f46" providerId="ADAL" clId="{80919996-0F21-47E9-8054-C661DDF69D4D}" dt="2026-07-10T18:46:04.708" v="4820" actId="1582"/>
          <ac:spMkLst>
            <pc:docMk/>
            <pc:sldMk cId="3123127122" sldId="258"/>
            <ac:spMk id="28" creationId="{60D54AD9-65A1-F205-5BFD-C876352512A2}"/>
          </ac:spMkLst>
        </pc:spChg>
        <pc:spChg chg="add mod">
          <ac:chgData name="Babar HUSSAIN" userId="3c08c949-b6b6-4802-ab4f-9bcf79801f46" providerId="ADAL" clId="{80919996-0F21-47E9-8054-C661DDF69D4D}" dt="2026-07-10T18:46:04.776" v="4823"/>
          <ac:spMkLst>
            <pc:docMk/>
            <pc:sldMk cId="3123127122" sldId="258"/>
            <ac:spMk id="29" creationId="{36347DBF-2F4D-BFA2-5A85-1C6507AA63A1}"/>
          </ac:spMkLst>
        </pc:spChg>
        <pc:spChg chg="add mod">
          <ac:chgData name="Babar HUSSAIN" userId="3c08c949-b6b6-4802-ab4f-9bcf79801f46" providerId="ADAL" clId="{80919996-0F21-47E9-8054-C661DDF69D4D}" dt="2026-07-10T18:46:04.875" v="4835" actId="948"/>
          <ac:spMkLst>
            <pc:docMk/>
            <pc:sldMk cId="3123127122" sldId="258"/>
            <ac:spMk id="30" creationId="{471F78D6-0A41-1148-9EB9-96D9504B86F1}"/>
          </ac:spMkLst>
        </pc:spChg>
        <pc:spChg chg="add mod">
          <ac:chgData name="Babar HUSSAIN" userId="3c08c949-b6b6-4802-ab4f-9bcf79801f46" providerId="ADAL" clId="{80919996-0F21-47E9-8054-C661DDF69D4D}" dt="2026-07-10T18:46:04.978" v="4846" actId="948"/>
          <ac:spMkLst>
            <pc:docMk/>
            <pc:sldMk cId="3123127122" sldId="258"/>
            <ac:spMk id="31" creationId="{2070D407-7088-62A2-5CAA-690DAFBAB3FA}"/>
          </ac:spMkLst>
        </pc:spChg>
        <pc:spChg chg="add mod">
          <ac:chgData name="Babar HUSSAIN" userId="3c08c949-b6b6-4802-ab4f-9bcf79801f46" providerId="ADAL" clId="{80919996-0F21-47E9-8054-C661DDF69D4D}" dt="2026-07-10T18:46:05.099" v="4850" actId="1582"/>
          <ac:spMkLst>
            <pc:docMk/>
            <pc:sldMk cId="3123127122" sldId="258"/>
            <ac:spMk id="32" creationId="{78E5DF6B-FBC4-31CA-72C7-F97F81158F75}"/>
          </ac:spMkLst>
        </pc:spChg>
        <pc:spChg chg="add mod">
          <ac:chgData name="Babar HUSSAIN" userId="3c08c949-b6b6-4802-ab4f-9bcf79801f46" providerId="ADAL" clId="{80919996-0F21-47E9-8054-C661DDF69D4D}" dt="2026-07-10T18:46:05.247" v="4862" actId="948"/>
          <ac:spMkLst>
            <pc:docMk/>
            <pc:sldMk cId="3123127122" sldId="258"/>
            <ac:spMk id="33" creationId="{F1A33E33-854B-DBC6-FC19-28D039ADDBFA}"/>
          </ac:spMkLst>
        </pc:spChg>
        <pc:spChg chg="add mod">
          <ac:chgData name="Babar HUSSAIN" userId="3c08c949-b6b6-4802-ab4f-9bcf79801f46" providerId="ADAL" clId="{80919996-0F21-47E9-8054-C661DDF69D4D}" dt="2026-07-10T18:46:05.430" v="4874" actId="948"/>
          <ac:spMkLst>
            <pc:docMk/>
            <pc:sldMk cId="3123127122" sldId="258"/>
            <ac:spMk id="34" creationId="{58E29F0A-A1AC-137B-BFB1-94E386F80ECC}"/>
          </ac:spMkLst>
        </pc:spChg>
        <pc:cxnChg chg="add mod">
          <ac:chgData name="Babar HUSSAIN" userId="3c08c949-b6b6-4802-ab4f-9bcf79801f46" providerId="ADAL" clId="{80919996-0F21-47E9-8054-C661DDF69D4D}" dt="2026-07-10T18:46:03.051" v="4644" actId="1582"/>
          <ac:cxnSpMkLst>
            <pc:docMk/>
            <pc:sldMk cId="3123127122" sldId="258"/>
            <ac:cxnSpMk id="5" creationId="{73ADA936-050E-9751-F201-736EB166B87F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03:51.073" v="1186" actId="2696"/>
        <pc:sldMkLst>
          <pc:docMk/>
          <pc:sldMk cId="3578374248" sldId="258"/>
        </pc:sldMkLst>
        <pc:spChg chg="add mod">
          <ac:chgData name="Babar HUSSAIN" userId="3c08c949-b6b6-4802-ab4f-9bcf79801f46" providerId="ADAL" clId="{80919996-0F21-47E9-8054-C661DDF69D4D}" dt="2026-07-10T17:59:03.233" v="462" actId="948"/>
          <ac:spMkLst>
            <pc:docMk/>
            <pc:sldMk cId="3578374248" sldId="258"/>
            <ac:spMk id="2" creationId="{13EEC2D2-E65E-30D7-5957-EA92BFDFF916}"/>
          </ac:spMkLst>
        </pc:spChg>
        <pc:spChg chg="add mod">
          <ac:chgData name="Babar HUSSAIN" userId="3c08c949-b6b6-4802-ab4f-9bcf79801f46" providerId="ADAL" clId="{80919996-0F21-47E9-8054-C661DDF69D4D}" dt="2026-07-10T17:59:03.453" v="474" actId="948"/>
          <ac:spMkLst>
            <pc:docMk/>
            <pc:sldMk cId="3578374248" sldId="258"/>
            <ac:spMk id="3" creationId="{8D6853DE-2503-6887-F3D9-552D9BBE1021}"/>
          </ac:spMkLst>
        </pc:spChg>
        <pc:spChg chg="add mod">
          <ac:chgData name="Babar HUSSAIN" userId="3c08c949-b6b6-4802-ab4f-9bcf79801f46" providerId="ADAL" clId="{80919996-0F21-47E9-8054-C661DDF69D4D}" dt="2026-07-10T17:59:03.619" v="486" actId="948"/>
          <ac:spMkLst>
            <pc:docMk/>
            <pc:sldMk cId="3578374248" sldId="258"/>
            <ac:spMk id="4" creationId="{5A69FE14-A3F2-B305-BF10-EC08733ED57A}"/>
          </ac:spMkLst>
        </pc:spChg>
        <pc:spChg chg="add mod">
          <ac:chgData name="Babar HUSSAIN" userId="3c08c949-b6b6-4802-ab4f-9bcf79801f46" providerId="ADAL" clId="{80919996-0F21-47E9-8054-C661DDF69D4D}" dt="2026-07-10T17:59:03.884" v="501" actId="948"/>
          <ac:spMkLst>
            <pc:docMk/>
            <pc:sldMk cId="3578374248" sldId="258"/>
            <ac:spMk id="6" creationId="{DDA8513A-B8FB-93F7-3773-3C8EFB9D597F}"/>
          </ac:spMkLst>
        </pc:spChg>
        <pc:spChg chg="add mod">
          <ac:chgData name="Babar HUSSAIN" userId="3c08c949-b6b6-4802-ab4f-9bcf79801f46" providerId="ADAL" clId="{80919996-0F21-47E9-8054-C661DDF69D4D}" dt="2026-07-10T17:59:06.720" v="662" actId="207"/>
          <ac:spMkLst>
            <pc:docMk/>
            <pc:sldMk cId="3578374248" sldId="258"/>
            <ac:spMk id="8" creationId="{3A670C50-74AB-FEA5-1D49-8CD729B6A0C3}"/>
          </ac:spMkLst>
        </pc:spChg>
        <pc:spChg chg="add mod">
          <ac:chgData name="Babar HUSSAIN" userId="3c08c949-b6b6-4802-ab4f-9bcf79801f46" providerId="ADAL" clId="{80919996-0F21-47E9-8054-C661DDF69D4D}" dt="2026-07-10T17:59:06.487" v="651"/>
          <ac:spMkLst>
            <pc:docMk/>
            <pc:sldMk cId="3578374248" sldId="258"/>
            <ac:spMk id="9" creationId="{FB5A7A0F-0DB2-03FD-4ADE-71D6F0F7BC29}"/>
          </ac:spMkLst>
        </pc:spChg>
        <pc:spChg chg="add mod">
          <ac:chgData name="Babar HUSSAIN" userId="3c08c949-b6b6-4802-ab4f-9bcf79801f46" providerId="ADAL" clId="{80919996-0F21-47E9-8054-C661DDF69D4D}" dt="2026-07-10T17:59:14.374" v="1157" actId="948"/>
          <ac:spMkLst>
            <pc:docMk/>
            <pc:sldMk cId="3578374248" sldId="258"/>
            <ac:spMk id="10" creationId="{D992773F-452C-DFF2-165D-A6640E9701E0}"/>
          </ac:spMkLst>
        </pc:spChg>
        <pc:graphicFrameChg chg="add mod modGraphic">
          <ac:chgData name="Babar HUSSAIN" userId="3c08c949-b6b6-4802-ab4f-9bcf79801f46" providerId="ADAL" clId="{80919996-0F21-47E9-8054-C661DDF69D4D}" dt="2026-07-10T17:59:06.424" v="644" actId="207"/>
          <ac:graphicFrameMkLst>
            <pc:docMk/>
            <pc:sldMk cId="3578374248" sldId="258"/>
            <ac:graphicFrameMk id="7" creationId="{40959B36-11FE-79A0-F083-C64C68A716AA}"/>
          </ac:graphicFrameMkLst>
        </pc:graphicFrameChg>
        <pc:cxnChg chg="add mod">
          <ac:chgData name="Babar HUSSAIN" userId="3c08c949-b6b6-4802-ab4f-9bcf79801f46" providerId="ADAL" clId="{80919996-0F21-47E9-8054-C661DDF69D4D}" dt="2026-07-10T17:59:03.716" v="489" actId="1582"/>
          <ac:cxnSpMkLst>
            <pc:docMk/>
            <pc:sldMk cId="3578374248" sldId="258"/>
            <ac:cxnSpMk id="5" creationId="{EA8D813A-1A70-46EE-6B9A-CF6F1E7C2B32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03:51.157" v="1187" actId="2696"/>
        <pc:sldMkLst>
          <pc:docMk/>
          <pc:sldMk cId="467701301" sldId="259"/>
        </pc:sldMkLst>
        <pc:spChg chg="add mod">
          <ac:chgData name="Babar HUSSAIN" userId="3c08c949-b6b6-4802-ab4f-9bcf79801f46" providerId="ADAL" clId="{80919996-0F21-47E9-8054-C661DDF69D4D}" dt="2026-07-10T17:59:06.893" v="676" actId="948"/>
          <ac:spMkLst>
            <pc:docMk/>
            <pc:sldMk cId="467701301" sldId="259"/>
            <ac:spMk id="2" creationId="{1A56F72A-77CC-1AF8-8E5D-C1AF0D2B3314}"/>
          </ac:spMkLst>
        </pc:spChg>
        <pc:spChg chg="add mod">
          <ac:chgData name="Babar HUSSAIN" userId="3c08c949-b6b6-4802-ab4f-9bcf79801f46" providerId="ADAL" clId="{80919996-0F21-47E9-8054-C661DDF69D4D}" dt="2026-07-10T17:59:07.075" v="688" actId="948"/>
          <ac:spMkLst>
            <pc:docMk/>
            <pc:sldMk cId="467701301" sldId="259"/>
            <ac:spMk id="3" creationId="{9474554A-A2C6-1A88-5FD6-2CF2411F3A27}"/>
          </ac:spMkLst>
        </pc:spChg>
        <pc:spChg chg="add mod">
          <ac:chgData name="Babar HUSSAIN" userId="3c08c949-b6b6-4802-ab4f-9bcf79801f46" providerId="ADAL" clId="{80919996-0F21-47E9-8054-C661DDF69D4D}" dt="2026-07-10T17:59:07.170" v="700" actId="948"/>
          <ac:spMkLst>
            <pc:docMk/>
            <pc:sldMk cId="467701301" sldId="259"/>
            <ac:spMk id="4" creationId="{61B08822-2F87-CF80-7978-DC74A202BDAC}"/>
          </ac:spMkLst>
        </pc:spChg>
        <pc:spChg chg="add mod">
          <ac:chgData name="Babar HUSSAIN" userId="3c08c949-b6b6-4802-ab4f-9bcf79801f46" providerId="ADAL" clId="{80919996-0F21-47E9-8054-C661DDF69D4D}" dt="2026-07-10T17:59:07.347" v="715" actId="948"/>
          <ac:spMkLst>
            <pc:docMk/>
            <pc:sldMk cId="467701301" sldId="259"/>
            <ac:spMk id="6" creationId="{1E8C7F5A-9DB3-82C6-DDD6-2324B9152E8E}"/>
          </ac:spMkLst>
        </pc:spChg>
        <pc:spChg chg="add mod">
          <ac:chgData name="Babar HUSSAIN" userId="3c08c949-b6b6-4802-ab4f-9bcf79801f46" providerId="ADAL" clId="{80919996-0F21-47E9-8054-C661DDF69D4D}" dt="2026-07-10T18:00:20.550" v="1183" actId="20577"/>
          <ac:spMkLst>
            <pc:docMk/>
            <pc:sldMk cId="467701301" sldId="259"/>
            <ac:spMk id="7" creationId="{1889A007-FF94-F56E-5352-33DA4FD11D6A}"/>
          </ac:spMkLst>
        </pc:spChg>
        <pc:spChg chg="add mod">
          <ac:chgData name="Babar HUSSAIN" userId="3c08c949-b6b6-4802-ab4f-9bcf79801f46" providerId="ADAL" clId="{80919996-0F21-47E9-8054-C661DDF69D4D}" dt="2026-07-10T17:59:07.386" v="722"/>
          <ac:spMkLst>
            <pc:docMk/>
            <pc:sldMk cId="467701301" sldId="259"/>
            <ac:spMk id="8" creationId="{DCACA8A3-556C-6919-3245-BC1326858E90}"/>
          </ac:spMkLst>
        </pc:spChg>
        <pc:spChg chg="add mod">
          <ac:chgData name="Babar HUSSAIN" userId="3c08c949-b6b6-4802-ab4f-9bcf79801f46" providerId="ADAL" clId="{80919996-0F21-47E9-8054-C661DDF69D4D}" dt="2026-07-10T17:59:07.646" v="751" actId="207"/>
          <ac:spMkLst>
            <pc:docMk/>
            <pc:sldMk cId="467701301" sldId="259"/>
            <ac:spMk id="9" creationId="{2ABD1583-7133-25B5-A83F-4EBF57290D59}"/>
          </ac:spMkLst>
        </pc:spChg>
        <pc:spChg chg="add mod">
          <ac:chgData name="Babar HUSSAIN" userId="3c08c949-b6b6-4802-ab4f-9bcf79801f46" providerId="ADAL" clId="{80919996-0F21-47E9-8054-C661DDF69D4D}" dt="2026-07-10T17:59:07.549" v="740"/>
          <ac:spMkLst>
            <pc:docMk/>
            <pc:sldMk cId="467701301" sldId="259"/>
            <ac:spMk id="10" creationId="{9D7550CD-AC7F-48D4-0348-9107F3197420}"/>
          </ac:spMkLst>
        </pc:spChg>
        <pc:spChg chg="add mod">
          <ac:chgData name="Babar HUSSAIN" userId="3c08c949-b6b6-4802-ab4f-9bcf79801f46" providerId="ADAL" clId="{80919996-0F21-47E9-8054-C661DDF69D4D}" dt="2026-07-10T17:59:07.960" v="769" actId="207"/>
          <ac:spMkLst>
            <pc:docMk/>
            <pc:sldMk cId="467701301" sldId="259"/>
            <ac:spMk id="11" creationId="{D7A6B659-EDA0-5CAB-2C42-BD25FE3B0CF9}"/>
          </ac:spMkLst>
        </pc:spChg>
        <pc:spChg chg="add mod">
          <ac:chgData name="Babar HUSSAIN" userId="3c08c949-b6b6-4802-ab4f-9bcf79801f46" providerId="ADAL" clId="{80919996-0F21-47E9-8054-C661DDF69D4D}" dt="2026-07-10T17:59:07.850" v="758"/>
          <ac:spMkLst>
            <pc:docMk/>
            <pc:sldMk cId="467701301" sldId="259"/>
            <ac:spMk id="12" creationId="{CBF4BB7A-EC9D-D1AC-C08F-9B55518DD7DB}"/>
          </ac:spMkLst>
        </pc:spChg>
        <pc:spChg chg="add mod">
          <ac:chgData name="Babar HUSSAIN" userId="3c08c949-b6b6-4802-ab4f-9bcf79801f46" providerId="ADAL" clId="{80919996-0F21-47E9-8054-C661DDF69D4D}" dt="2026-07-10T17:59:07.984" v="773" actId="1582"/>
          <ac:spMkLst>
            <pc:docMk/>
            <pc:sldMk cId="467701301" sldId="259"/>
            <ac:spMk id="13" creationId="{93A9EB33-0DC6-BFF0-0904-0CBEE48C7E10}"/>
          </ac:spMkLst>
        </pc:spChg>
        <pc:spChg chg="add mod">
          <ac:chgData name="Babar HUSSAIN" userId="3c08c949-b6b6-4802-ab4f-9bcf79801f46" providerId="ADAL" clId="{80919996-0F21-47E9-8054-C661DDF69D4D}" dt="2026-07-10T17:59:08.058" v="781" actId="948"/>
          <ac:spMkLst>
            <pc:docMk/>
            <pc:sldMk cId="467701301" sldId="259"/>
            <ac:spMk id="14" creationId="{C20E9778-778F-239E-E614-CF050FF5BBE1}"/>
          </ac:spMkLst>
        </pc:spChg>
        <pc:spChg chg="add mod">
          <ac:chgData name="Babar HUSSAIN" userId="3c08c949-b6b6-4802-ab4f-9bcf79801f46" providerId="ADAL" clId="{80919996-0F21-47E9-8054-C661DDF69D4D}" dt="2026-07-10T17:59:08.157" v="788" actId="948"/>
          <ac:spMkLst>
            <pc:docMk/>
            <pc:sldMk cId="467701301" sldId="259"/>
            <ac:spMk id="15" creationId="{8B8D2565-E15F-CBD7-03AB-843AB203C030}"/>
          </ac:spMkLst>
        </pc:spChg>
        <pc:spChg chg="add mod">
          <ac:chgData name="Babar HUSSAIN" userId="3c08c949-b6b6-4802-ab4f-9bcf79801f46" providerId="ADAL" clId="{80919996-0F21-47E9-8054-C661DDF69D4D}" dt="2026-07-10T17:59:08.217" v="795" actId="948"/>
          <ac:spMkLst>
            <pc:docMk/>
            <pc:sldMk cId="467701301" sldId="259"/>
            <ac:spMk id="16" creationId="{D293C46E-5C34-B1F2-D827-C7F2890A7042}"/>
          </ac:spMkLst>
        </pc:spChg>
        <pc:spChg chg="add mod">
          <ac:chgData name="Babar HUSSAIN" userId="3c08c949-b6b6-4802-ab4f-9bcf79801f46" providerId="ADAL" clId="{80919996-0F21-47E9-8054-C661DDF69D4D}" dt="2026-07-10T17:59:08.278" v="802" actId="948"/>
          <ac:spMkLst>
            <pc:docMk/>
            <pc:sldMk cId="467701301" sldId="259"/>
            <ac:spMk id="17" creationId="{6D0B4B38-122A-9A71-7558-18794C9CCB6A}"/>
          </ac:spMkLst>
        </pc:spChg>
        <pc:spChg chg="add mod">
          <ac:chgData name="Babar HUSSAIN" userId="3c08c949-b6b6-4802-ab4f-9bcf79801f46" providerId="ADAL" clId="{80919996-0F21-47E9-8054-C661DDF69D4D}" dt="2026-07-10T17:59:08.340" v="809" actId="948"/>
          <ac:spMkLst>
            <pc:docMk/>
            <pc:sldMk cId="467701301" sldId="259"/>
            <ac:spMk id="18" creationId="{50EE470D-BFC7-193B-73DD-69BA7F8406D7}"/>
          </ac:spMkLst>
        </pc:spChg>
        <pc:spChg chg="add mod">
          <ac:chgData name="Babar HUSSAIN" userId="3c08c949-b6b6-4802-ab4f-9bcf79801f46" providerId="ADAL" clId="{80919996-0F21-47E9-8054-C661DDF69D4D}" dt="2026-07-10T17:59:08.439" v="816" actId="948"/>
          <ac:spMkLst>
            <pc:docMk/>
            <pc:sldMk cId="467701301" sldId="259"/>
            <ac:spMk id="19" creationId="{A946D82F-F70C-11A8-2FC9-DFD922B47F45}"/>
          </ac:spMkLst>
        </pc:spChg>
        <pc:spChg chg="add mod">
          <ac:chgData name="Babar HUSSAIN" userId="3c08c949-b6b6-4802-ab4f-9bcf79801f46" providerId="ADAL" clId="{80919996-0F21-47E9-8054-C661DDF69D4D}" dt="2026-07-10T17:59:08.512" v="823" actId="948"/>
          <ac:spMkLst>
            <pc:docMk/>
            <pc:sldMk cId="467701301" sldId="259"/>
            <ac:spMk id="20" creationId="{C1A06693-19F4-5354-8611-DB839E8DD323}"/>
          </ac:spMkLst>
        </pc:spChg>
        <pc:spChg chg="add mod">
          <ac:chgData name="Babar HUSSAIN" userId="3c08c949-b6b6-4802-ab4f-9bcf79801f46" providerId="ADAL" clId="{80919996-0F21-47E9-8054-C661DDF69D4D}" dt="2026-07-10T17:59:08.590" v="830" actId="948"/>
          <ac:spMkLst>
            <pc:docMk/>
            <pc:sldMk cId="467701301" sldId="259"/>
            <ac:spMk id="21" creationId="{3EA639EF-C525-D4BF-432B-43A52F3E3235}"/>
          </ac:spMkLst>
        </pc:spChg>
        <pc:spChg chg="add mod">
          <ac:chgData name="Babar HUSSAIN" userId="3c08c949-b6b6-4802-ab4f-9bcf79801f46" providerId="ADAL" clId="{80919996-0F21-47E9-8054-C661DDF69D4D}" dt="2026-07-10T17:59:08.719" v="837" actId="948"/>
          <ac:spMkLst>
            <pc:docMk/>
            <pc:sldMk cId="467701301" sldId="259"/>
            <ac:spMk id="22" creationId="{79F3444B-BAEC-3B98-15EE-E83BAA9F0D86}"/>
          </ac:spMkLst>
        </pc:spChg>
        <pc:spChg chg="add mod">
          <ac:chgData name="Babar HUSSAIN" userId="3c08c949-b6b6-4802-ab4f-9bcf79801f46" providerId="ADAL" clId="{80919996-0F21-47E9-8054-C661DDF69D4D}" dt="2026-07-10T17:59:08.810" v="845" actId="948"/>
          <ac:spMkLst>
            <pc:docMk/>
            <pc:sldMk cId="467701301" sldId="259"/>
            <ac:spMk id="23" creationId="{03E7DC04-ED50-58E4-2F63-D59F78F453C7}"/>
          </ac:spMkLst>
        </pc:spChg>
        <pc:spChg chg="add mod">
          <ac:chgData name="Babar HUSSAIN" userId="3c08c949-b6b6-4802-ab4f-9bcf79801f46" providerId="ADAL" clId="{80919996-0F21-47E9-8054-C661DDF69D4D}" dt="2026-07-10T17:59:08.937" v="857" actId="948"/>
          <ac:spMkLst>
            <pc:docMk/>
            <pc:sldMk cId="467701301" sldId="259"/>
            <ac:spMk id="24" creationId="{8D3CDB8C-C89C-4369-3EFF-435A3F4CE824}"/>
          </ac:spMkLst>
        </pc:spChg>
        <pc:spChg chg="add mod">
          <ac:chgData name="Babar HUSSAIN" userId="3c08c949-b6b6-4802-ab4f-9bcf79801f46" providerId="ADAL" clId="{80919996-0F21-47E9-8054-C661DDF69D4D}" dt="2026-07-10T17:59:09.119" v="871" actId="947"/>
          <ac:spMkLst>
            <pc:docMk/>
            <pc:sldMk cId="467701301" sldId="259"/>
            <ac:spMk id="25" creationId="{3CFDF9CF-DF00-D3E1-7AC5-7BBCD16D78A7}"/>
          </ac:spMkLst>
        </pc:spChg>
        <pc:spChg chg="add mod">
          <ac:chgData name="Babar HUSSAIN" userId="3c08c949-b6b6-4802-ab4f-9bcf79801f46" providerId="ADAL" clId="{80919996-0F21-47E9-8054-C661DDF69D4D}" dt="2026-07-10T17:59:14.519" v="1169" actId="948"/>
          <ac:spMkLst>
            <pc:docMk/>
            <pc:sldMk cId="467701301" sldId="259"/>
            <ac:spMk id="26" creationId="{A98D4EFB-E1CD-6AEE-3160-4702E2B7E125}"/>
          </ac:spMkLst>
        </pc:spChg>
        <pc:cxnChg chg="add mod">
          <ac:chgData name="Babar HUSSAIN" userId="3c08c949-b6b6-4802-ab4f-9bcf79801f46" providerId="ADAL" clId="{80919996-0F21-47E9-8054-C661DDF69D4D}" dt="2026-07-10T17:59:07.236" v="703" actId="1582"/>
          <ac:cxnSpMkLst>
            <pc:docMk/>
            <pc:sldMk cId="467701301" sldId="259"/>
            <ac:cxnSpMk id="5" creationId="{335B74B5-A6D1-5B4F-646F-AA629B6E1C73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50:31.273" v="5658" actId="2696"/>
        <pc:sldMkLst>
          <pc:docMk/>
          <pc:sldMk cId="2669369730" sldId="259"/>
        </pc:sldMkLst>
        <pc:spChg chg="add mod">
          <ac:chgData name="Babar HUSSAIN" userId="3c08c949-b6b6-4802-ab4f-9bcf79801f46" providerId="ADAL" clId="{80919996-0F21-47E9-8054-C661DDF69D4D}" dt="2026-07-10T18:46:05.524" v="4889" actId="948"/>
          <ac:spMkLst>
            <pc:docMk/>
            <pc:sldMk cId="2669369730" sldId="259"/>
            <ac:spMk id="2" creationId="{EB4419B8-C9E5-005F-B005-20E722D8914D}"/>
          </ac:spMkLst>
        </pc:spChg>
        <pc:spChg chg="add mod">
          <ac:chgData name="Babar HUSSAIN" userId="3c08c949-b6b6-4802-ab4f-9bcf79801f46" providerId="ADAL" clId="{80919996-0F21-47E9-8054-C661DDF69D4D}" dt="2026-07-10T18:46:05.600" v="4901" actId="948"/>
          <ac:spMkLst>
            <pc:docMk/>
            <pc:sldMk cId="2669369730" sldId="259"/>
            <ac:spMk id="3" creationId="{AD18C70F-41C0-4838-D8A2-3761866AC6B6}"/>
          </ac:spMkLst>
        </pc:spChg>
        <pc:spChg chg="add mod">
          <ac:chgData name="Babar HUSSAIN" userId="3c08c949-b6b6-4802-ab4f-9bcf79801f46" providerId="ADAL" clId="{80919996-0F21-47E9-8054-C661DDF69D4D}" dt="2026-07-10T18:46:05.705" v="4913" actId="948"/>
          <ac:spMkLst>
            <pc:docMk/>
            <pc:sldMk cId="2669369730" sldId="259"/>
            <ac:spMk id="4" creationId="{7C423F5B-1C55-634A-1442-1F82BED0BB93}"/>
          </ac:spMkLst>
        </pc:spChg>
        <pc:spChg chg="add mod">
          <ac:chgData name="Babar HUSSAIN" userId="3c08c949-b6b6-4802-ab4f-9bcf79801f46" providerId="ADAL" clId="{80919996-0F21-47E9-8054-C661DDF69D4D}" dt="2026-07-10T18:46:05.793" v="4927" actId="948"/>
          <ac:spMkLst>
            <pc:docMk/>
            <pc:sldMk cId="2669369730" sldId="259"/>
            <ac:spMk id="6" creationId="{59A55BAC-3CD2-65F8-8E00-96BAD2EFF746}"/>
          </ac:spMkLst>
        </pc:spChg>
        <pc:spChg chg="add mod">
          <ac:chgData name="Babar HUSSAIN" userId="3c08c949-b6b6-4802-ab4f-9bcf79801f46" providerId="ADAL" clId="{80919996-0F21-47E9-8054-C661DDF69D4D}" dt="2026-07-10T18:46:05.971" v="4938" actId="948"/>
          <ac:spMkLst>
            <pc:docMk/>
            <pc:sldMk cId="2669369730" sldId="259"/>
            <ac:spMk id="7" creationId="{8FBA2355-8392-F07A-1B02-549C07335886}"/>
          </ac:spMkLst>
        </pc:spChg>
        <pc:spChg chg="add mod">
          <ac:chgData name="Babar HUSSAIN" userId="3c08c949-b6b6-4802-ab4f-9bcf79801f46" providerId="ADAL" clId="{80919996-0F21-47E9-8054-C661DDF69D4D}" dt="2026-07-10T18:46:06.012" v="4942" actId="1582"/>
          <ac:spMkLst>
            <pc:docMk/>
            <pc:sldMk cId="2669369730" sldId="259"/>
            <ac:spMk id="8" creationId="{E0047424-55C2-3E66-4C54-5E89050BAB53}"/>
          </ac:spMkLst>
        </pc:spChg>
        <pc:spChg chg="add mod">
          <ac:chgData name="Babar HUSSAIN" userId="3c08c949-b6b6-4802-ab4f-9bcf79801f46" providerId="ADAL" clId="{80919996-0F21-47E9-8054-C661DDF69D4D}" dt="2026-07-10T18:46:06.152" v="4954" actId="948"/>
          <ac:spMkLst>
            <pc:docMk/>
            <pc:sldMk cId="2669369730" sldId="259"/>
            <ac:spMk id="9" creationId="{0C93F9DD-24CE-A500-6982-2B9813E54EDD}"/>
          </ac:spMkLst>
        </pc:spChg>
        <pc:spChg chg="add mod">
          <ac:chgData name="Babar HUSSAIN" userId="3c08c949-b6b6-4802-ab4f-9bcf79801f46" providerId="ADAL" clId="{80919996-0F21-47E9-8054-C661DDF69D4D}" dt="2026-07-10T18:46:06.593" v="4962" actId="1582"/>
          <ac:spMkLst>
            <pc:docMk/>
            <pc:sldMk cId="2669369730" sldId="259"/>
            <ac:spMk id="11" creationId="{8DF9C291-49A3-CF08-AA3D-C0257BEE0EB6}"/>
          </ac:spMkLst>
        </pc:spChg>
        <pc:spChg chg="add mod">
          <ac:chgData name="Babar HUSSAIN" userId="3c08c949-b6b6-4802-ab4f-9bcf79801f46" providerId="ADAL" clId="{80919996-0F21-47E9-8054-C661DDF69D4D}" dt="2026-07-10T18:46:06.714" v="4974" actId="948"/>
          <ac:spMkLst>
            <pc:docMk/>
            <pc:sldMk cId="2669369730" sldId="259"/>
            <ac:spMk id="12" creationId="{1444E544-BF11-1E2F-20FC-00FB43D610DB}"/>
          </ac:spMkLst>
        </pc:spChg>
        <pc:spChg chg="add mod">
          <ac:chgData name="Babar HUSSAIN" userId="3c08c949-b6b6-4802-ab4f-9bcf79801f46" providerId="ADAL" clId="{80919996-0F21-47E9-8054-C661DDF69D4D}" dt="2026-07-10T18:46:06.826" v="4982" actId="1582"/>
          <ac:spMkLst>
            <pc:docMk/>
            <pc:sldMk cId="2669369730" sldId="259"/>
            <ac:spMk id="14" creationId="{992F39EC-9F9F-AD80-F83C-818F3979DD90}"/>
          </ac:spMkLst>
        </pc:spChg>
        <pc:spChg chg="add mod">
          <ac:chgData name="Babar HUSSAIN" userId="3c08c949-b6b6-4802-ab4f-9bcf79801f46" providerId="ADAL" clId="{80919996-0F21-47E9-8054-C661DDF69D4D}" dt="2026-07-10T18:46:06.900" v="4994" actId="948"/>
          <ac:spMkLst>
            <pc:docMk/>
            <pc:sldMk cId="2669369730" sldId="259"/>
            <ac:spMk id="15" creationId="{71E94B0A-4920-3121-94A1-ABD6A73AFB65}"/>
          </ac:spMkLst>
        </pc:spChg>
        <pc:spChg chg="add mod">
          <ac:chgData name="Babar HUSSAIN" userId="3c08c949-b6b6-4802-ab4f-9bcf79801f46" providerId="ADAL" clId="{80919996-0F21-47E9-8054-C661DDF69D4D}" dt="2026-07-10T18:46:06.948" v="5002" actId="1582"/>
          <ac:spMkLst>
            <pc:docMk/>
            <pc:sldMk cId="2669369730" sldId="259"/>
            <ac:spMk id="17" creationId="{8610776E-62EE-7B03-5080-8447811AB570}"/>
          </ac:spMkLst>
        </pc:spChg>
        <pc:spChg chg="add mod">
          <ac:chgData name="Babar HUSSAIN" userId="3c08c949-b6b6-4802-ab4f-9bcf79801f46" providerId="ADAL" clId="{80919996-0F21-47E9-8054-C661DDF69D4D}" dt="2026-07-10T18:46:07.069" v="5014" actId="948"/>
          <ac:spMkLst>
            <pc:docMk/>
            <pc:sldMk cId="2669369730" sldId="259"/>
            <ac:spMk id="18" creationId="{25AC2B37-F1D2-1078-908B-905C81B97BE3}"/>
          </ac:spMkLst>
        </pc:spChg>
        <pc:spChg chg="add mod">
          <ac:chgData name="Babar HUSSAIN" userId="3c08c949-b6b6-4802-ab4f-9bcf79801f46" providerId="ADAL" clId="{80919996-0F21-47E9-8054-C661DDF69D4D}" dt="2026-07-10T18:46:07.091" v="5018" actId="1582"/>
          <ac:spMkLst>
            <pc:docMk/>
            <pc:sldMk cId="2669369730" sldId="259"/>
            <ac:spMk id="19" creationId="{F76B22CF-1333-5C7D-9944-15F5E1758D82}"/>
          </ac:spMkLst>
        </pc:spChg>
        <pc:spChg chg="add mod">
          <ac:chgData name="Babar HUSSAIN" userId="3c08c949-b6b6-4802-ab4f-9bcf79801f46" providerId="ADAL" clId="{80919996-0F21-47E9-8054-C661DDF69D4D}" dt="2026-07-10T18:46:07.176" v="5030" actId="948"/>
          <ac:spMkLst>
            <pc:docMk/>
            <pc:sldMk cId="2669369730" sldId="259"/>
            <ac:spMk id="20" creationId="{59832A6B-2BF0-5378-780A-20683E98D74D}"/>
          </ac:spMkLst>
        </pc:spChg>
        <pc:spChg chg="add mod">
          <ac:chgData name="Babar HUSSAIN" userId="3c08c949-b6b6-4802-ab4f-9bcf79801f46" providerId="ADAL" clId="{80919996-0F21-47E9-8054-C661DDF69D4D}" dt="2026-07-10T18:46:07.251" v="5042" actId="1582"/>
          <ac:spMkLst>
            <pc:docMk/>
            <pc:sldMk cId="2669369730" sldId="259"/>
            <ac:spMk id="23" creationId="{9BE3D883-2F0D-E522-9636-1CCBAF53906E}"/>
          </ac:spMkLst>
        </pc:spChg>
        <pc:spChg chg="add mod">
          <ac:chgData name="Babar HUSSAIN" userId="3c08c949-b6b6-4802-ab4f-9bcf79801f46" providerId="ADAL" clId="{80919996-0F21-47E9-8054-C661DDF69D4D}" dt="2026-07-10T18:46:07.381" v="5054" actId="948"/>
          <ac:spMkLst>
            <pc:docMk/>
            <pc:sldMk cId="2669369730" sldId="259"/>
            <ac:spMk id="24" creationId="{2B302444-AFCF-F55A-CC6B-E7105AA15BB3}"/>
          </ac:spMkLst>
        </pc:spChg>
        <pc:spChg chg="add mod">
          <ac:chgData name="Babar HUSSAIN" userId="3c08c949-b6b6-4802-ab4f-9bcf79801f46" providerId="ADAL" clId="{80919996-0F21-47E9-8054-C661DDF69D4D}" dt="2026-07-10T18:46:07.603" v="5066" actId="948"/>
          <ac:spMkLst>
            <pc:docMk/>
            <pc:sldMk cId="2669369730" sldId="259"/>
            <ac:spMk id="25" creationId="{A156639A-CB4F-D574-2E1E-805C435301DE}"/>
          </ac:spMkLst>
        </pc:spChg>
        <pc:spChg chg="add mod">
          <ac:chgData name="Babar HUSSAIN" userId="3c08c949-b6b6-4802-ab4f-9bcf79801f46" providerId="ADAL" clId="{80919996-0F21-47E9-8054-C661DDF69D4D}" dt="2026-07-10T18:46:07.704" v="5077" actId="948"/>
          <ac:spMkLst>
            <pc:docMk/>
            <pc:sldMk cId="2669369730" sldId="259"/>
            <ac:spMk id="26" creationId="{7977BE77-94E9-73A3-58FF-A38C8633996E}"/>
          </ac:spMkLst>
        </pc:spChg>
        <pc:spChg chg="add mod">
          <ac:chgData name="Babar HUSSAIN" userId="3c08c949-b6b6-4802-ab4f-9bcf79801f46" providerId="ADAL" clId="{80919996-0F21-47E9-8054-C661DDF69D4D}" dt="2026-07-10T18:46:07.766" v="5088" actId="948"/>
          <ac:spMkLst>
            <pc:docMk/>
            <pc:sldMk cId="2669369730" sldId="259"/>
            <ac:spMk id="27" creationId="{3AB138B0-4ED6-7249-48AD-2C3602E778D0}"/>
          </ac:spMkLst>
        </pc:spChg>
        <pc:spChg chg="add mod">
          <ac:chgData name="Babar HUSSAIN" userId="3c08c949-b6b6-4802-ab4f-9bcf79801f46" providerId="ADAL" clId="{80919996-0F21-47E9-8054-C661DDF69D4D}" dt="2026-07-10T18:46:07.830" v="5099" actId="948"/>
          <ac:spMkLst>
            <pc:docMk/>
            <pc:sldMk cId="2669369730" sldId="259"/>
            <ac:spMk id="28" creationId="{AF08A40A-2462-48B3-B88D-A793BCC91903}"/>
          </ac:spMkLst>
        </pc:spChg>
        <pc:spChg chg="add mod">
          <ac:chgData name="Babar HUSSAIN" userId="3c08c949-b6b6-4802-ab4f-9bcf79801f46" providerId="ADAL" clId="{80919996-0F21-47E9-8054-C661DDF69D4D}" dt="2026-07-10T18:46:07.939" v="5111" actId="948"/>
          <ac:spMkLst>
            <pc:docMk/>
            <pc:sldMk cId="2669369730" sldId="259"/>
            <ac:spMk id="29" creationId="{196D7F95-F5BA-6702-AB21-AF8C2800C745}"/>
          </ac:spMkLst>
        </pc:spChg>
        <pc:cxnChg chg="add mod">
          <ac:chgData name="Babar HUSSAIN" userId="3c08c949-b6b6-4802-ab4f-9bcf79801f46" providerId="ADAL" clId="{80919996-0F21-47E9-8054-C661DDF69D4D}" dt="2026-07-10T18:46:05.723" v="4916" actId="1582"/>
          <ac:cxnSpMkLst>
            <pc:docMk/>
            <pc:sldMk cId="2669369730" sldId="259"/>
            <ac:cxnSpMk id="5" creationId="{EE556588-578F-7322-4415-4F7A92C8DB4A}"/>
          </ac:cxnSpMkLst>
        </pc:cxnChg>
        <pc:cxnChg chg="add mod">
          <ac:chgData name="Babar HUSSAIN" userId="3c08c949-b6b6-4802-ab4f-9bcf79801f46" providerId="ADAL" clId="{80919996-0F21-47E9-8054-C661DDF69D4D}" dt="2026-07-10T18:46:06.530" v="4958"/>
          <ac:cxnSpMkLst>
            <pc:docMk/>
            <pc:sldMk cId="2669369730" sldId="259"/>
            <ac:cxnSpMk id="10" creationId="{7DBEBE34-905E-EA87-55FF-4775E03CE945}"/>
          </ac:cxnSpMkLst>
        </pc:cxnChg>
        <pc:cxnChg chg="add mod">
          <ac:chgData name="Babar HUSSAIN" userId="3c08c949-b6b6-4802-ab4f-9bcf79801f46" providerId="ADAL" clId="{80919996-0F21-47E9-8054-C661DDF69D4D}" dt="2026-07-10T18:46:06.766" v="4978"/>
          <ac:cxnSpMkLst>
            <pc:docMk/>
            <pc:sldMk cId="2669369730" sldId="259"/>
            <ac:cxnSpMk id="13" creationId="{D2F91C04-1FD2-1F46-7E45-A5AA010066F6}"/>
          </ac:cxnSpMkLst>
        </pc:cxnChg>
        <pc:cxnChg chg="add mod">
          <ac:chgData name="Babar HUSSAIN" userId="3c08c949-b6b6-4802-ab4f-9bcf79801f46" providerId="ADAL" clId="{80919996-0F21-47E9-8054-C661DDF69D4D}" dt="2026-07-10T18:46:06.917" v="4998"/>
          <ac:cxnSpMkLst>
            <pc:docMk/>
            <pc:sldMk cId="2669369730" sldId="259"/>
            <ac:cxnSpMk id="16" creationId="{281D7082-C4C5-BF12-7F96-7BD8EA106245}"/>
          </ac:cxnSpMkLst>
        </pc:cxnChg>
        <pc:cxnChg chg="add mod">
          <ac:chgData name="Babar HUSSAIN" userId="3c08c949-b6b6-4802-ab4f-9bcf79801f46" providerId="ADAL" clId="{80919996-0F21-47E9-8054-C661DDF69D4D}" dt="2026-07-10T18:46:07.198" v="5034"/>
          <ac:cxnSpMkLst>
            <pc:docMk/>
            <pc:sldMk cId="2669369730" sldId="259"/>
            <ac:cxnSpMk id="21" creationId="{71E97819-CFD2-2CB0-AFE0-B95C4E716C3E}"/>
          </ac:cxnSpMkLst>
        </pc:cxnChg>
        <pc:cxnChg chg="add mod">
          <ac:chgData name="Babar HUSSAIN" userId="3c08c949-b6b6-4802-ab4f-9bcf79801f46" providerId="ADAL" clId="{80919996-0F21-47E9-8054-C661DDF69D4D}" dt="2026-07-10T18:46:07.221" v="5038"/>
          <ac:cxnSpMkLst>
            <pc:docMk/>
            <pc:sldMk cId="2669369730" sldId="259"/>
            <ac:cxnSpMk id="22" creationId="{9A79AF22-5FC6-5137-A8D0-249501E7B9DB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45:56.916" v="4211" actId="2696"/>
        <pc:sldMkLst>
          <pc:docMk/>
          <pc:sldMk cId="2933341510" sldId="259"/>
        </pc:sldMkLst>
        <pc:spChg chg="add mod">
          <ac:chgData name="Babar HUSSAIN" userId="3c08c949-b6b6-4802-ab4f-9bcf79801f46" providerId="ADAL" clId="{80919996-0F21-47E9-8054-C661DDF69D4D}" dt="2026-07-10T18:39:54.326" v="3426" actId="948"/>
          <ac:spMkLst>
            <pc:docMk/>
            <pc:sldMk cId="2933341510" sldId="259"/>
            <ac:spMk id="2" creationId="{E328A7C2-FC90-F14B-BDBE-E6D3135AD52F}"/>
          </ac:spMkLst>
        </pc:spChg>
        <pc:spChg chg="add mod">
          <ac:chgData name="Babar HUSSAIN" userId="3c08c949-b6b6-4802-ab4f-9bcf79801f46" providerId="ADAL" clId="{80919996-0F21-47E9-8054-C661DDF69D4D}" dt="2026-07-10T18:39:54.404" v="3438" actId="948"/>
          <ac:spMkLst>
            <pc:docMk/>
            <pc:sldMk cId="2933341510" sldId="259"/>
            <ac:spMk id="3" creationId="{67F7A4D1-A048-D9D9-7FF2-16311C8471DA}"/>
          </ac:spMkLst>
        </pc:spChg>
        <pc:spChg chg="add mod">
          <ac:chgData name="Babar HUSSAIN" userId="3c08c949-b6b6-4802-ab4f-9bcf79801f46" providerId="ADAL" clId="{80919996-0F21-47E9-8054-C661DDF69D4D}" dt="2026-07-10T18:39:54.509" v="3450" actId="948"/>
          <ac:spMkLst>
            <pc:docMk/>
            <pc:sldMk cId="2933341510" sldId="259"/>
            <ac:spMk id="4" creationId="{2F1FCEDB-D784-4C22-39A1-67CCB7223DA5}"/>
          </ac:spMkLst>
        </pc:spChg>
        <pc:spChg chg="add mod">
          <ac:chgData name="Babar HUSSAIN" userId="3c08c949-b6b6-4802-ab4f-9bcf79801f46" providerId="ADAL" clId="{80919996-0F21-47E9-8054-C661DDF69D4D}" dt="2026-07-10T18:39:54.762" v="3464" actId="948"/>
          <ac:spMkLst>
            <pc:docMk/>
            <pc:sldMk cId="2933341510" sldId="259"/>
            <ac:spMk id="6" creationId="{375F7219-28F2-0774-0635-0F3618A8A8D8}"/>
          </ac:spMkLst>
        </pc:spChg>
        <pc:spChg chg="add mod">
          <ac:chgData name="Babar HUSSAIN" userId="3c08c949-b6b6-4802-ab4f-9bcf79801f46" providerId="ADAL" clId="{80919996-0F21-47E9-8054-C661DDF69D4D}" dt="2026-07-10T18:39:55.026" v="3475" actId="948"/>
          <ac:spMkLst>
            <pc:docMk/>
            <pc:sldMk cId="2933341510" sldId="259"/>
            <ac:spMk id="7" creationId="{E2F05A75-548C-3748-EC6E-A777E648B4C4}"/>
          </ac:spMkLst>
        </pc:spChg>
        <pc:spChg chg="add mod">
          <ac:chgData name="Babar HUSSAIN" userId="3c08c949-b6b6-4802-ab4f-9bcf79801f46" providerId="ADAL" clId="{80919996-0F21-47E9-8054-C661DDF69D4D}" dt="2026-07-10T18:39:55.129" v="3479" actId="1582"/>
          <ac:spMkLst>
            <pc:docMk/>
            <pc:sldMk cId="2933341510" sldId="259"/>
            <ac:spMk id="8" creationId="{02E503AF-0F4C-CC2A-25CB-7AED1A65E42D}"/>
          </ac:spMkLst>
        </pc:spChg>
        <pc:spChg chg="add mod">
          <ac:chgData name="Babar HUSSAIN" userId="3c08c949-b6b6-4802-ab4f-9bcf79801f46" providerId="ADAL" clId="{80919996-0F21-47E9-8054-C661DDF69D4D}" dt="2026-07-10T18:39:55.572" v="3483" actId="1582"/>
          <ac:spMkLst>
            <pc:docMk/>
            <pc:sldMk cId="2933341510" sldId="259"/>
            <ac:spMk id="9" creationId="{097E5450-DD3A-B34D-20CB-95527816DEDB}"/>
          </ac:spMkLst>
        </pc:spChg>
        <pc:spChg chg="add mod">
          <ac:chgData name="Babar HUSSAIN" userId="3c08c949-b6b6-4802-ab4f-9bcf79801f46" providerId="ADAL" clId="{80919996-0F21-47E9-8054-C661DDF69D4D}" dt="2026-07-10T18:39:55.738" v="3495" actId="948"/>
          <ac:spMkLst>
            <pc:docMk/>
            <pc:sldMk cId="2933341510" sldId="259"/>
            <ac:spMk id="10" creationId="{3E0A81EC-520F-3C89-EAE8-7266579F6FED}"/>
          </ac:spMkLst>
        </pc:spChg>
        <pc:spChg chg="add mod">
          <ac:chgData name="Babar HUSSAIN" userId="3c08c949-b6b6-4802-ab4f-9bcf79801f46" providerId="ADAL" clId="{80919996-0F21-47E9-8054-C661DDF69D4D}" dt="2026-07-10T18:39:56.046" v="3507" actId="948"/>
          <ac:spMkLst>
            <pc:docMk/>
            <pc:sldMk cId="2933341510" sldId="259"/>
            <ac:spMk id="11" creationId="{462B85B7-BD6A-1982-5205-CD5D77211912}"/>
          </ac:spMkLst>
        </pc:spChg>
        <pc:spChg chg="add mod">
          <ac:chgData name="Babar HUSSAIN" userId="3c08c949-b6b6-4802-ab4f-9bcf79801f46" providerId="ADAL" clId="{80919996-0F21-47E9-8054-C661DDF69D4D}" dt="2026-07-10T18:39:56.238" v="3519" actId="948"/>
          <ac:spMkLst>
            <pc:docMk/>
            <pc:sldMk cId="2933341510" sldId="259"/>
            <ac:spMk id="12" creationId="{E12338EE-79AB-9C23-4F8E-CC53BEFFE1AE}"/>
          </ac:spMkLst>
        </pc:spChg>
        <pc:spChg chg="add mod">
          <ac:chgData name="Babar HUSSAIN" userId="3c08c949-b6b6-4802-ab4f-9bcf79801f46" providerId="ADAL" clId="{80919996-0F21-47E9-8054-C661DDF69D4D}" dt="2026-07-10T18:39:56.531" v="3530" actId="948"/>
          <ac:spMkLst>
            <pc:docMk/>
            <pc:sldMk cId="2933341510" sldId="259"/>
            <ac:spMk id="13" creationId="{EB7EFB3C-79AE-A761-A87E-61C7740F6A86}"/>
          </ac:spMkLst>
        </pc:spChg>
        <pc:spChg chg="add mod">
          <ac:chgData name="Babar HUSSAIN" userId="3c08c949-b6b6-4802-ab4f-9bcf79801f46" providerId="ADAL" clId="{80919996-0F21-47E9-8054-C661DDF69D4D}" dt="2026-07-10T18:39:56.569" v="3534" actId="1582"/>
          <ac:spMkLst>
            <pc:docMk/>
            <pc:sldMk cId="2933341510" sldId="259"/>
            <ac:spMk id="14" creationId="{F43555F5-1D6F-EFB3-57CC-E707D1C6A995}"/>
          </ac:spMkLst>
        </pc:spChg>
        <pc:spChg chg="add mod">
          <ac:chgData name="Babar HUSSAIN" userId="3c08c949-b6b6-4802-ab4f-9bcf79801f46" providerId="ADAL" clId="{80919996-0F21-47E9-8054-C661DDF69D4D}" dt="2026-07-10T18:39:56.797" v="3546" actId="948"/>
          <ac:spMkLst>
            <pc:docMk/>
            <pc:sldMk cId="2933341510" sldId="259"/>
            <ac:spMk id="15" creationId="{DBA28BA7-C353-DD38-B462-DDF2BF58BCC1}"/>
          </ac:spMkLst>
        </pc:spChg>
        <pc:spChg chg="add mod">
          <ac:chgData name="Babar HUSSAIN" userId="3c08c949-b6b6-4802-ab4f-9bcf79801f46" providerId="ADAL" clId="{80919996-0F21-47E9-8054-C661DDF69D4D}" dt="2026-07-10T18:39:56.922" v="3558" actId="948"/>
          <ac:spMkLst>
            <pc:docMk/>
            <pc:sldMk cId="2933341510" sldId="259"/>
            <ac:spMk id="16" creationId="{4373A498-C17D-EB8F-8780-2F67CB7FB6B1}"/>
          </ac:spMkLst>
        </pc:spChg>
        <pc:spChg chg="add mod">
          <ac:chgData name="Babar HUSSAIN" userId="3c08c949-b6b6-4802-ab4f-9bcf79801f46" providerId="ADAL" clId="{80919996-0F21-47E9-8054-C661DDF69D4D}" dt="2026-07-10T18:39:57.211" v="3570" actId="948"/>
          <ac:spMkLst>
            <pc:docMk/>
            <pc:sldMk cId="2933341510" sldId="259"/>
            <ac:spMk id="17" creationId="{5A39668D-0DA8-69F3-2A90-EFE14A330C6A}"/>
          </ac:spMkLst>
        </pc:spChg>
        <pc:spChg chg="add mod">
          <ac:chgData name="Babar HUSSAIN" userId="3c08c949-b6b6-4802-ab4f-9bcf79801f46" providerId="ADAL" clId="{80919996-0F21-47E9-8054-C661DDF69D4D}" dt="2026-07-10T18:39:57.488" v="3581" actId="948"/>
          <ac:spMkLst>
            <pc:docMk/>
            <pc:sldMk cId="2933341510" sldId="259"/>
            <ac:spMk id="18" creationId="{E237633C-F81D-4E5E-86B3-B8E4F056B6E3}"/>
          </ac:spMkLst>
        </pc:spChg>
        <pc:spChg chg="add mod">
          <ac:chgData name="Babar HUSSAIN" userId="3c08c949-b6b6-4802-ab4f-9bcf79801f46" providerId="ADAL" clId="{80919996-0F21-47E9-8054-C661DDF69D4D}" dt="2026-07-10T18:39:57.550" v="3585" actId="1582"/>
          <ac:spMkLst>
            <pc:docMk/>
            <pc:sldMk cId="2933341510" sldId="259"/>
            <ac:spMk id="19" creationId="{D15A357E-DFB7-E9B8-0F84-4A2B8B39360C}"/>
          </ac:spMkLst>
        </pc:spChg>
        <pc:spChg chg="add mod">
          <ac:chgData name="Babar HUSSAIN" userId="3c08c949-b6b6-4802-ab4f-9bcf79801f46" providerId="ADAL" clId="{80919996-0F21-47E9-8054-C661DDF69D4D}" dt="2026-07-10T18:39:57.778" v="3597" actId="948"/>
          <ac:spMkLst>
            <pc:docMk/>
            <pc:sldMk cId="2933341510" sldId="259"/>
            <ac:spMk id="20" creationId="{016C2672-2BAF-D650-BD01-96161EF5302F}"/>
          </ac:spMkLst>
        </pc:spChg>
        <pc:spChg chg="add mod">
          <ac:chgData name="Babar HUSSAIN" userId="3c08c949-b6b6-4802-ab4f-9bcf79801f46" providerId="ADAL" clId="{80919996-0F21-47E9-8054-C661DDF69D4D}" dt="2026-07-10T18:39:57.893" v="3609" actId="948"/>
          <ac:spMkLst>
            <pc:docMk/>
            <pc:sldMk cId="2933341510" sldId="259"/>
            <ac:spMk id="21" creationId="{24AF1E53-A122-F466-8EA6-4C3233E94DF3}"/>
          </ac:spMkLst>
        </pc:spChg>
        <pc:spChg chg="add mod">
          <ac:chgData name="Babar HUSSAIN" userId="3c08c949-b6b6-4802-ab4f-9bcf79801f46" providerId="ADAL" clId="{80919996-0F21-47E9-8054-C661DDF69D4D}" dt="2026-07-10T18:39:58.057" v="3621" actId="948"/>
          <ac:spMkLst>
            <pc:docMk/>
            <pc:sldMk cId="2933341510" sldId="259"/>
            <ac:spMk id="22" creationId="{F25A2273-0099-EEE7-1DAB-27FB875BABC6}"/>
          </ac:spMkLst>
        </pc:spChg>
        <pc:spChg chg="add mod">
          <ac:chgData name="Babar HUSSAIN" userId="3c08c949-b6b6-4802-ab4f-9bcf79801f46" providerId="ADAL" clId="{80919996-0F21-47E9-8054-C661DDF69D4D}" dt="2026-07-10T18:39:58.137" v="3632" actId="948"/>
          <ac:spMkLst>
            <pc:docMk/>
            <pc:sldMk cId="2933341510" sldId="259"/>
            <ac:spMk id="23" creationId="{F9046BC4-B7CF-DC30-F252-52CC1BA2994D}"/>
          </ac:spMkLst>
        </pc:spChg>
        <pc:spChg chg="add mod">
          <ac:chgData name="Babar HUSSAIN" userId="3c08c949-b6b6-4802-ab4f-9bcf79801f46" providerId="ADAL" clId="{80919996-0F21-47E9-8054-C661DDF69D4D}" dt="2026-07-10T18:39:58.164" v="3636" actId="1582"/>
          <ac:spMkLst>
            <pc:docMk/>
            <pc:sldMk cId="2933341510" sldId="259"/>
            <ac:spMk id="24" creationId="{E68EDFCB-F6C5-3AEF-796A-0354D0C5B3D0}"/>
          </ac:spMkLst>
        </pc:spChg>
        <pc:spChg chg="add mod">
          <ac:chgData name="Babar HUSSAIN" userId="3c08c949-b6b6-4802-ab4f-9bcf79801f46" providerId="ADAL" clId="{80919996-0F21-47E9-8054-C661DDF69D4D}" dt="2026-07-10T18:39:58.269" v="3648" actId="948"/>
          <ac:spMkLst>
            <pc:docMk/>
            <pc:sldMk cId="2933341510" sldId="259"/>
            <ac:spMk id="25" creationId="{869B8633-CBDC-84BA-E18D-E41997AE6325}"/>
          </ac:spMkLst>
        </pc:spChg>
        <pc:spChg chg="add mod">
          <ac:chgData name="Babar HUSSAIN" userId="3c08c949-b6b6-4802-ab4f-9bcf79801f46" providerId="ADAL" clId="{80919996-0F21-47E9-8054-C661DDF69D4D}" dt="2026-07-10T18:39:58.396" v="3660" actId="948"/>
          <ac:spMkLst>
            <pc:docMk/>
            <pc:sldMk cId="2933341510" sldId="259"/>
            <ac:spMk id="26" creationId="{A256C8A6-058C-C503-3BED-05479098E421}"/>
          </ac:spMkLst>
        </pc:spChg>
        <pc:spChg chg="add mod">
          <ac:chgData name="Babar HUSSAIN" userId="3c08c949-b6b6-4802-ab4f-9bcf79801f46" providerId="ADAL" clId="{80919996-0F21-47E9-8054-C661DDF69D4D}" dt="2026-07-10T18:39:58.474" v="3672" actId="948"/>
          <ac:spMkLst>
            <pc:docMk/>
            <pc:sldMk cId="2933341510" sldId="259"/>
            <ac:spMk id="27" creationId="{40616923-3873-2B1E-DC80-BEEFCED5A031}"/>
          </ac:spMkLst>
        </pc:spChg>
        <pc:spChg chg="add mod">
          <ac:chgData name="Babar HUSSAIN" userId="3c08c949-b6b6-4802-ab4f-9bcf79801f46" providerId="ADAL" clId="{80919996-0F21-47E9-8054-C661DDF69D4D}" dt="2026-07-10T18:39:58.550" v="3683" actId="948"/>
          <ac:spMkLst>
            <pc:docMk/>
            <pc:sldMk cId="2933341510" sldId="259"/>
            <ac:spMk id="28" creationId="{C39563A2-FF1A-4B3A-49CA-BE3C416BF175}"/>
          </ac:spMkLst>
        </pc:spChg>
        <pc:spChg chg="add mod">
          <ac:chgData name="Babar HUSSAIN" userId="3c08c949-b6b6-4802-ab4f-9bcf79801f46" providerId="ADAL" clId="{80919996-0F21-47E9-8054-C661DDF69D4D}" dt="2026-07-10T18:39:58.615" v="3687" actId="1582"/>
          <ac:spMkLst>
            <pc:docMk/>
            <pc:sldMk cId="2933341510" sldId="259"/>
            <ac:spMk id="29" creationId="{9C6EE7D9-2CF8-9FC6-0659-13590C4FA0EA}"/>
          </ac:spMkLst>
        </pc:spChg>
        <pc:spChg chg="add mod">
          <ac:chgData name="Babar HUSSAIN" userId="3c08c949-b6b6-4802-ab4f-9bcf79801f46" providerId="ADAL" clId="{80919996-0F21-47E9-8054-C661DDF69D4D}" dt="2026-07-10T18:39:58.727" v="3699" actId="948"/>
          <ac:spMkLst>
            <pc:docMk/>
            <pc:sldMk cId="2933341510" sldId="259"/>
            <ac:spMk id="30" creationId="{DCA5340F-3C73-8E78-7343-73C886D76BC8}"/>
          </ac:spMkLst>
        </pc:spChg>
        <pc:spChg chg="add mod">
          <ac:chgData name="Babar HUSSAIN" userId="3c08c949-b6b6-4802-ab4f-9bcf79801f46" providerId="ADAL" clId="{80919996-0F21-47E9-8054-C661DDF69D4D}" dt="2026-07-10T18:39:58.903" v="3711" actId="948"/>
          <ac:spMkLst>
            <pc:docMk/>
            <pc:sldMk cId="2933341510" sldId="259"/>
            <ac:spMk id="31" creationId="{C0588E45-F5FB-39AA-E684-5D8CA61FD690}"/>
          </ac:spMkLst>
        </pc:spChg>
        <pc:spChg chg="add mod">
          <ac:chgData name="Babar HUSSAIN" userId="3c08c949-b6b6-4802-ab4f-9bcf79801f46" providerId="ADAL" clId="{80919996-0F21-47E9-8054-C661DDF69D4D}" dt="2026-07-10T18:39:58.985" v="3723" actId="948"/>
          <ac:spMkLst>
            <pc:docMk/>
            <pc:sldMk cId="2933341510" sldId="259"/>
            <ac:spMk id="32" creationId="{EC7FD5C1-39A4-5C4B-1FAA-4AE550F88F94}"/>
          </ac:spMkLst>
        </pc:spChg>
        <pc:spChg chg="add mod">
          <ac:chgData name="Babar HUSSAIN" userId="3c08c949-b6b6-4802-ab4f-9bcf79801f46" providerId="ADAL" clId="{80919996-0F21-47E9-8054-C661DDF69D4D}" dt="2026-07-10T18:39:59.065" v="3734" actId="948"/>
          <ac:spMkLst>
            <pc:docMk/>
            <pc:sldMk cId="2933341510" sldId="259"/>
            <ac:spMk id="33" creationId="{62FE3DBC-0D0C-12BD-B2B3-6AEDCCBFC668}"/>
          </ac:spMkLst>
        </pc:spChg>
        <pc:spChg chg="add mod">
          <ac:chgData name="Babar HUSSAIN" userId="3c08c949-b6b6-4802-ab4f-9bcf79801f46" providerId="ADAL" clId="{80919996-0F21-47E9-8054-C661DDF69D4D}" dt="2026-07-10T18:39:59.198" v="3746" actId="948"/>
          <ac:spMkLst>
            <pc:docMk/>
            <pc:sldMk cId="2933341510" sldId="259"/>
            <ac:spMk id="34" creationId="{B532A9A3-61E4-27AA-754E-3AD13DD10AE2}"/>
          </ac:spMkLst>
        </pc:spChg>
        <pc:cxnChg chg="add mod">
          <ac:chgData name="Babar HUSSAIN" userId="3c08c949-b6b6-4802-ab4f-9bcf79801f46" providerId="ADAL" clId="{80919996-0F21-47E9-8054-C661DDF69D4D}" dt="2026-07-10T18:39:54.525" v="3453" actId="1582"/>
          <ac:cxnSpMkLst>
            <pc:docMk/>
            <pc:sldMk cId="2933341510" sldId="259"/>
            <ac:cxnSpMk id="5" creationId="{BA31785F-68B7-3D0F-7ACD-423F413BA006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39:44.917" v="2632" actId="2696"/>
        <pc:sldMkLst>
          <pc:docMk/>
          <pc:sldMk cId="3274022073" sldId="259"/>
        </pc:sldMkLst>
        <pc:spChg chg="add mod">
          <ac:chgData name="Babar HUSSAIN" userId="3c08c949-b6b6-4802-ab4f-9bcf79801f46" providerId="ADAL" clId="{80919996-0F21-47E9-8054-C661DDF69D4D}" dt="2026-07-10T18:04:00.086" v="1860" actId="948"/>
          <ac:spMkLst>
            <pc:docMk/>
            <pc:sldMk cId="3274022073" sldId="259"/>
            <ac:spMk id="2" creationId="{9AE9E5B0-9C8B-1D72-B090-97359481DD70}"/>
          </ac:spMkLst>
        </pc:spChg>
        <pc:spChg chg="add mod">
          <ac:chgData name="Babar HUSSAIN" userId="3c08c949-b6b6-4802-ab4f-9bcf79801f46" providerId="ADAL" clId="{80919996-0F21-47E9-8054-C661DDF69D4D}" dt="2026-07-10T18:04:00.165" v="1872" actId="948"/>
          <ac:spMkLst>
            <pc:docMk/>
            <pc:sldMk cId="3274022073" sldId="259"/>
            <ac:spMk id="3" creationId="{F4E1DED7-1800-0C59-4D40-0A78A8586274}"/>
          </ac:spMkLst>
        </pc:spChg>
        <pc:spChg chg="add mod">
          <ac:chgData name="Babar HUSSAIN" userId="3c08c949-b6b6-4802-ab4f-9bcf79801f46" providerId="ADAL" clId="{80919996-0F21-47E9-8054-C661DDF69D4D}" dt="2026-07-10T18:16:23.186" v="2629" actId="20577"/>
          <ac:spMkLst>
            <pc:docMk/>
            <pc:sldMk cId="3274022073" sldId="259"/>
            <ac:spMk id="4" creationId="{51A3C86D-5289-DC59-7E7E-5F93D7E8BF03}"/>
          </ac:spMkLst>
        </pc:spChg>
        <pc:spChg chg="add mod">
          <ac:chgData name="Babar HUSSAIN" userId="3c08c949-b6b6-4802-ab4f-9bcf79801f46" providerId="ADAL" clId="{80919996-0F21-47E9-8054-C661DDF69D4D}" dt="2026-07-10T18:04:00.423" v="1899" actId="948"/>
          <ac:spMkLst>
            <pc:docMk/>
            <pc:sldMk cId="3274022073" sldId="259"/>
            <ac:spMk id="6" creationId="{EA2DB05F-8BE6-F8C9-51E6-217B1F5BA20F}"/>
          </ac:spMkLst>
        </pc:spChg>
        <pc:spChg chg="add mod">
          <ac:chgData name="Babar HUSSAIN" userId="3c08c949-b6b6-4802-ab4f-9bcf79801f46" providerId="ADAL" clId="{80919996-0F21-47E9-8054-C661DDF69D4D}" dt="2026-07-10T18:04:00.684" v="1917" actId="207"/>
          <ac:spMkLst>
            <pc:docMk/>
            <pc:sldMk cId="3274022073" sldId="259"/>
            <ac:spMk id="7" creationId="{34EA7A0C-30DA-8142-2960-F63D8DD34A8D}"/>
          </ac:spMkLst>
        </pc:spChg>
        <pc:spChg chg="add mod">
          <ac:chgData name="Babar HUSSAIN" userId="3c08c949-b6b6-4802-ab4f-9bcf79801f46" providerId="ADAL" clId="{80919996-0F21-47E9-8054-C661DDF69D4D}" dt="2026-07-10T18:04:00.472" v="1906"/>
          <ac:spMkLst>
            <pc:docMk/>
            <pc:sldMk cId="3274022073" sldId="259"/>
            <ac:spMk id="8" creationId="{B3A5ED72-5358-6B26-AAD3-E8A579CCDFCD}"/>
          </ac:spMkLst>
        </pc:spChg>
        <pc:spChg chg="add mod">
          <ac:chgData name="Babar HUSSAIN" userId="3c08c949-b6b6-4802-ab4f-9bcf79801f46" providerId="ADAL" clId="{80919996-0F21-47E9-8054-C661DDF69D4D}" dt="2026-07-10T18:04:01.347" v="1935" actId="207"/>
          <ac:spMkLst>
            <pc:docMk/>
            <pc:sldMk cId="3274022073" sldId="259"/>
            <ac:spMk id="9" creationId="{FDEB69F2-14FF-0D9A-4332-559D74432D1C}"/>
          </ac:spMkLst>
        </pc:spChg>
        <pc:spChg chg="add mod">
          <ac:chgData name="Babar HUSSAIN" userId="3c08c949-b6b6-4802-ab4f-9bcf79801f46" providerId="ADAL" clId="{80919996-0F21-47E9-8054-C661DDF69D4D}" dt="2026-07-10T18:04:01.080" v="1924"/>
          <ac:spMkLst>
            <pc:docMk/>
            <pc:sldMk cId="3274022073" sldId="259"/>
            <ac:spMk id="10" creationId="{838D57DA-D3CF-4152-0972-146AE9119ABC}"/>
          </ac:spMkLst>
        </pc:spChg>
        <pc:spChg chg="add mod">
          <ac:chgData name="Babar HUSSAIN" userId="3c08c949-b6b6-4802-ab4f-9bcf79801f46" providerId="ADAL" clId="{80919996-0F21-47E9-8054-C661DDF69D4D}" dt="2026-07-10T18:04:01.547" v="1953" actId="207"/>
          <ac:spMkLst>
            <pc:docMk/>
            <pc:sldMk cId="3274022073" sldId="259"/>
            <ac:spMk id="11" creationId="{C612D692-79B1-0719-F767-B8113F18D8E0}"/>
          </ac:spMkLst>
        </pc:spChg>
        <pc:spChg chg="add mod">
          <ac:chgData name="Babar HUSSAIN" userId="3c08c949-b6b6-4802-ab4f-9bcf79801f46" providerId="ADAL" clId="{80919996-0F21-47E9-8054-C661DDF69D4D}" dt="2026-07-10T18:04:01.391" v="1942"/>
          <ac:spMkLst>
            <pc:docMk/>
            <pc:sldMk cId="3274022073" sldId="259"/>
            <ac:spMk id="12" creationId="{C129B18E-B551-F1F4-E8A1-BFC819731093}"/>
          </ac:spMkLst>
        </pc:spChg>
        <pc:spChg chg="add mod">
          <ac:chgData name="Babar HUSSAIN" userId="3c08c949-b6b6-4802-ab4f-9bcf79801f46" providerId="ADAL" clId="{80919996-0F21-47E9-8054-C661DDF69D4D}" dt="2026-07-10T18:04:01.572" v="1957" actId="1582"/>
          <ac:spMkLst>
            <pc:docMk/>
            <pc:sldMk cId="3274022073" sldId="259"/>
            <ac:spMk id="13" creationId="{18071EFD-239C-8129-9F2B-888D0567F899}"/>
          </ac:spMkLst>
        </pc:spChg>
        <pc:spChg chg="add mod">
          <ac:chgData name="Babar HUSSAIN" userId="3c08c949-b6b6-4802-ab4f-9bcf79801f46" providerId="ADAL" clId="{80919996-0F21-47E9-8054-C661DDF69D4D}" dt="2026-07-10T18:04:01.655" v="1965" actId="948"/>
          <ac:spMkLst>
            <pc:docMk/>
            <pc:sldMk cId="3274022073" sldId="259"/>
            <ac:spMk id="14" creationId="{E74F3F87-9CA9-20FE-7B90-A407BC3FBFFB}"/>
          </ac:spMkLst>
        </pc:spChg>
        <pc:spChg chg="add mod">
          <ac:chgData name="Babar HUSSAIN" userId="3c08c949-b6b6-4802-ab4f-9bcf79801f46" providerId="ADAL" clId="{80919996-0F21-47E9-8054-C661DDF69D4D}" dt="2026-07-10T18:04:01.742" v="1972" actId="948"/>
          <ac:spMkLst>
            <pc:docMk/>
            <pc:sldMk cId="3274022073" sldId="259"/>
            <ac:spMk id="15" creationId="{BAD1B6C4-79B0-74D1-3866-31E7F32A8421}"/>
          </ac:spMkLst>
        </pc:spChg>
        <pc:spChg chg="add mod">
          <ac:chgData name="Babar HUSSAIN" userId="3c08c949-b6b6-4802-ab4f-9bcf79801f46" providerId="ADAL" clId="{80919996-0F21-47E9-8054-C661DDF69D4D}" dt="2026-07-10T18:04:01.871" v="1979" actId="948"/>
          <ac:spMkLst>
            <pc:docMk/>
            <pc:sldMk cId="3274022073" sldId="259"/>
            <ac:spMk id="16" creationId="{73BA0378-6280-64E4-6A11-146475D67B6F}"/>
          </ac:spMkLst>
        </pc:spChg>
        <pc:spChg chg="add mod">
          <ac:chgData name="Babar HUSSAIN" userId="3c08c949-b6b6-4802-ab4f-9bcf79801f46" providerId="ADAL" clId="{80919996-0F21-47E9-8054-C661DDF69D4D}" dt="2026-07-10T18:04:01.940" v="1986" actId="948"/>
          <ac:spMkLst>
            <pc:docMk/>
            <pc:sldMk cId="3274022073" sldId="259"/>
            <ac:spMk id="17" creationId="{5782446F-1F25-C96D-1E01-DA2834B8F3CE}"/>
          </ac:spMkLst>
        </pc:spChg>
        <pc:spChg chg="add mod">
          <ac:chgData name="Babar HUSSAIN" userId="3c08c949-b6b6-4802-ab4f-9bcf79801f46" providerId="ADAL" clId="{80919996-0F21-47E9-8054-C661DDF69D4D}" dt="2026-07-10T18:04:02" v="1993" actId="948"/>
          <ac:spMkLst>
            <pc:docMk/>
            <pc:sldMk cId="3274022073" sldId="259"/>
            <ac:spMk id="18" creationId="{8465BB68-7245-C60C-2187-C30568895D1F}"/>
          </ac:spMkLst>
        </pc:spChg>
        <pc:spChg chg="add mod">
          <ac:chgData name="Babar HUSSAIN" userId="3c08c949-b6b6-4802-ab4f-9bcf79801f46" providerId="ADAL" clId="{80919996-0F21-47E9-8054-C661DDF69D4D}" dt="2026-07-10T18:04:02.054" v="2000" actId="948"/>
          <ac:spMkLst>
            <pc:docMk/>
            <pc:sldMk cId="3274022073" sldId="259"/>
            <ac:spMk id="19" creationId="{B39F30D4-B479-CFF9-2FF4-1322D511BDE6}"/>
          </ac:spMkLst>
        </pc:spChg>
        <pc:spChg chg="add mod">
          <ac:chgData name="Babar HUSSAIN" userId="3c08c949-b6b6-4802-ab4f-9bcf79801f46" providerId="ADAL" clId="{80919996-0F21-47E9-8054-C661DDF69D4D}" dt="2026-07-10T18:04:02.160" v="2007" actId="948"/>
          <ac:spMkLst>
            <pc:docMk/>
            <pc:sldMk cId="3274022073" sldId="259"/>
            <ac:spMk id="20" creationId="{1FA20BE2-2F9C-EEB4-ABB4-3FB69B540DF3}"/>
          </ac:spMkLst>
        </pc:spChg>
        <pc:spChg chg="add mod">
          <ac:chgData name="Babar HUSSAIN" userId="3c08c949-b6b6-4802-ab4f-9bcf79801f46" providerId="ADAL" clId="{80919996-0F21-47E9-8054-C661DDF69D4D}" dt="2026-07-10T18:04:02.225" v="2014" actId="948"/>
          <ac:spMkLst>
            <pc:docMk/>
            <pc:sldMk cId="3274022073" sldId="259"/>
            <ac:spMk id="21" creationId="{A3C32DD0-96EA-ABFC-34A8-F44A56DCA7BA}"/>
          </ac:spMkLst>
        </pc:spChg>
        <pc:spChg chg="add mod">
          <ac:chgData name="Babar HUSSAIN" userId="3c08c949-b6b6-4802-ab4f-9bcf79801f46" providerId="ADAL" clId="{80919996-0F21-47E9-8054-C661DDF69D4D}" dt="2026-07-10T18:04:02.299" v="2021" actId="948"/>
          <ac:spMkLst>
            <pc:docMk/>
            <pc:sldMk cId="3274022073" sldId="259"/>
            <ac:spMk id="22" creationId="{F1E73024-709B-839A-B067-9F6FA5921FDA}"/>
          </ac:spMkLst>
        </pc:spChg>
        <pc:spChg chg="add mod">
          <ac:chgData name="Babar HUSSAIN" userId="3c08c949-b6b6-4802-ab4f-9bcf79801f46" providerId="ADAL" clId="{80919996-0F21-47E9-8054-C661DDF69D4D}" dt="2026-07-10T18:04:02.392" v="2029" actId="948"/>
          <ac:spMkLst>
            <pc:docMk/>
            <pc:sldMk cId="3274022073" sldId="259"/>
            <ac:spMk id="23" creationId="{C4343CB1-616A-757A-CAC9-548CF84A10A7}"/>
          </ac:spMkLst>
        </pc:spChg>
        <pc:spChg chg="add mod">
          <ac:chgData name="Babar HUSSAIN" userId="3c08c949-b6b6-4802-ab4f-9bcf79801f46" providerId="ADAL" clId="{80919996-0F21-47E9-8054-C661DDF69D4D}" dt="2026-07-10T18:04:02.484" v="2041" actId="948"/>
          <ac:spMkLst>
            <pc:docMk/>
            <pc:sldMk cId="3274022073" sldId="259"/>
            <ac:spMk id="24" creationId="{DF6ECE45-6D8A-23E3-47DE-F98B5D4C96D6}"/>
          </ac:spMkLst>
        </pc:spChg>
        <pc:spChg chg="add mod">
          <ac:chgData name="Babar HUSSAIN" userId="3c08c949-b6b6-4802-ab4f-9bcf79801f46" providerId="ADAL" clId="{80919996-0F21-47E9-8054-C661DDF69D4D}" dt="2026-07-10T18:04:02.588" v="2055" actId="947"/>
          <ac:spMkLst>
            <pc:docMk/>
            <pc:sldMk cId="3274022073" sldId="259"/>
            <ac:spMk id="25" creationId="{D2E6C54A-BCB1-B2EE-06F4-3772C05A3599}"/>
          </ac:spMkLst>
        </pc:spChg>
        <pc:spChg chg="add mod">
          <ac:chgData name="Babar HUSSAIN" userId="3c08c949-b6b6-4802-ab4f-9bcf79801f46" providerId="ADAL" clId="{80919996-0F21-47E9-8054-C661DDF69D4D}" dt="2026-07-10T18:04:07.908" v="2353" actId="948"/>
          <ac:spMkLst>
            <pc:docMk/>
            <pc:sldMk cId="3274022073" sldId="259"/>
            <ac:spMk id="26" creationId="{9F07AEF6-BE06-47E3-FFCD-40BF49AAA078}"/>
          </ac:spMkLst>
        </pc:spChg>
        <pc:cxnChg chg="add mod">
          <ac:chgData name="Babar HUSSAIN" userId="3c08c949-b6b6-4802-ab4f-9bcf79801f46" providerId="ADAL" clId="{80919996-0F21-47E9-8054-C661DDF69D4D}" dt="2026-07-10T18:04:00.273" v="1887" actId="1582"/>
          <ac:cxnSpMkLst>
            <pc:docMk/>
            <pc:sldMk cId="3274022073" sldId="259"/>
            <ac:cxnSpMk id="5" creationId="{944B9A40-2DEF-3A2C-04AD-2E9FC9575139}"/>
          </ac:cxnSpMkLst>
        </pc:cxnChg>
      </pc:sldChg>
      <pc:sldChg chg="del">
        <pc:chgData name="Babar HUSSAIN" userId="3c08c949-b6b6-4802-ab4f-9bcf79801f46" providerId="ADAL" clId="{80919996-0F21-47E9-8054-C661DDF69D4D}" dt="2026-07-10T17:58:56.819" v="3" actId="2696"/>
        <pc:sldMkLst>
          <pc:docMk/>
          <pc:sldMk cId="3641789310" sldId="259"/>
        </pc:sldMkLst>
      </pc:sldChg>
      <pc:sldChg chg="addSp modSp add mod setBg">
        <pc:chgData name="Babar HUSSAIN" userId="3c08c949-b6b6-4802-ab4f-9bcf79801f46" providerId="ADAL" clId="{80919996-0F21-47E9-8054-C661DDF69D4D}" dt="2026-07-10T18:50:42.365" v="6519" actId="948"/>
        <pc:sldMkLst>
          <pc:docMk/>
          <pc:sldMk cId="3735159316" sldId="259"/>
        </pc:sldMkLst>
        <pc:spChg chg="add mod">
          <ac:chgData name="Babar HUSSAIN" userId="3c08c949-b6b6-4802-ab4f-9bcf79801f46" providerId="ADAL" clId="{80919996-0F21-47E9-8054-C661DDF69D4D}" dt="2026-07-10T18:50:40.017" v="6323" actId="948"/>
          <ac:spMkLst>
            <pc:docMk/>
            <pc:sldMk cId="3735159316" sldId="259"/>
            <ac:spMk id="2" creationId="{1A395F63-BF05-0549-CD5B-7A85331518A9}"/>
          </ac:spMkLst>
        </pc:spChg>
        <pc:spChg chg="add mod">
          <ac:chgData name="Babar HUSSAIN" userId="3c08c949-b6b6-4802-ab4f-9bcf79801f46" providerId="ADAL" clId="{80919996-0F21-47E9-8054-C661DDF69D4D}" dt="2026-07-10T18:50:40.119" v="6335" actId="948"/>
          <ac:spMkLst>
            <pc:docMk/>
            <pc:sldMk cId="3735159316" sldId="259"/>
            <ac:spMk id="3" creationId="{AF8C9B03-4E16-54A4-984B-7307D0790D6F}"/>
          </ac:spMkLst>
        </pc:spChg>
        <pc:spChg chg="add mod">
          <ac:chgData name="Babar HUSSAIN" userId="3c08c949-b6b6-4802-ab4f-9bcf79801f46" providerId="ADAL" clId="{80919996-0F21-47E9-8054-C661DDF69D4D}" dt="2026-07-10T18:50:40.254" v="6346" actId="948"/>
          <ac:spMkLst>
            <pc:docMk/>
            <pc:sldMk cId="3735159316" sldId="259"/>
            <ac:spMk id="4" creationId="{6353C22A-CB13-3DCB-F4F0-3A793A9D5FE9}"/>
          </ac:spMkLst>
        </pc:spChg>
        <pc:spChg chg="add mod">
          <ac:chgData name="Babar HUSSAIN" userId="3c08c949-b6b6-4802-ab4f-9bcf79801f46" providerId="ADAL" clId="{80919996-0F21-47E9-8054-C661DDF69D4D}" dt="2026-07-10T18:50:40.363" v="6358" actId="948"/>
          <ac:spMkLst>
            <pc:docMk/>
            <pc:sldMk cId="3735159316" sldId="259"/>
            <ac:spMk id="5" creationId="{1B238E56-95FD-2539-D66D-E139706C8D9B}"/>
          </ac:spMkLst>
        </pc:spChg>
        <pc:spChg chg="add mod">
          <ac:chgData name="Babar HUSSAIN" userId="3c08c949-b6b6-4802-ab4f-9bcf79801f46" providerId="ADAL" clId="{80919996-0F21-47E9-8054-C661DDF69D4D}" dt="2026-07-10T18:50:40.862" v="6372" actId="948"/>
          <ac:spMkLst>
            <pc:docMk/>
            <pc:sldMk cId="3735159316" sldId="259"/>
            <ac:spMk id="7" creationId="{98B3DEC0-0E07-9F57-848D-FA343AD23BB6}"/>
          </ac:spMkLst>
        </pc:spChg>
        <pc:spChg chg="add mod">
          <ac:chgData name="Babar HUSSAIN" userId="3c08c949-b6b6-4802-ab4f-9bcf79801f46" providerId="ADAL" clId="{80919996-0F21-47E9-8054-C661DDF69D4D}" dt="2026-07-10T18:50:40.924" v="6376" actId="1582"/>
          <ac:spMkLst>
            <pc:docMk/>
            <pc:sldMk cId="3735159316" sldId="259"/>
            <ac:spMk id="8" creationId="{FB34B586-3187-D4B7-FB0F-577765AEA8F8}"/>
          </ac:spMkLst>
        </pc:spChg>
        <pc:spChg chg="add mod">
          <ac:chgData name="Babar HUSSAIN" userId="3c08c949-b6b6-4802-ab4f-9bcf79801f46" providerId="ADAL" clId="{80919996-0F21-47E9-8054-C661DDF69D4D}" dt="2026-07-10T18:50:41.141" v="6388" actId="948"/>
          <ac:spMkLst>
            <pc:docMk/>
            <pc:sldMk cId="3735159316" sldId="259"/>
            <ac:spMk id="9" creationId="{515340C6-C189-FC21-F8E1-42C5940F4443}"/>
          </ac:spMkLst>
        </pc:spChg>
        <pc:spChg chg="add mod">
          <ac:chgData name="Babar HUSSAIN" userId="3c08c949-b6b6-4802-ab4f-9bcf79801f46" providerId="ADAL" clId="{80919996-0F21-47E9-8054-C661DDF69D4D}" dt="2026-07-10T18:50:41.300" v="6396" actId="1582"/>
          <ac:spMkLst>
            <pc:docMk/>
            <pc:sldMk cId="3735159316" sldId="259"/>
            <ac:spMk id="11" creationId="{D910773B-9712-8846-3F06-2C63AEBF9AC6}"/>
          </ac:spMkLst>
        </pc:spChg>
        <pc:spChg chg="add mod">
          <ac:chgData name="Babar HUSSAIN" userId="3c08c949-b6b6-4802-ab4f-9bcf79801f46" providerId="ADAL" clId="{80919996-0F21-47E9-8054-C661DDF69D4D}" dt="2026-07-10T18:50:41.408" v="6408" actId="948"/>
          <ac:spMkLst>
            <pc:docMk/>
            <pc:sldMk cId="3735159316" sldId="259"/>
            <ac:spMk id="12" creationId="{504D34EB-39D9-4ACB-CA49-8CEE69D153DC}"/>
          </ac:spMkLst>
        </pc:spChg>
        <pc:spChg chg="add mod">
          <ac:chgData name="Babar HUSSAIN" userId="3c08c949-b6b6-4802-ab4f-9bcf79801f46" providerId="ADAL" clId="{80919996-0F21-47E9-8054-C661DDF69D4D}" dt="2026-07-10T18:50:41.472" v="6416" actId="1582"/>
          <ac:spMkLst>
            <pc:docMk/>
            <pc:sldMk cId="3735159316" sldId="259"/>
            <ac:spMk id="14" creationId="{D423A631-01B7-9E26-51FF-A16E82F35908}"/>
          </ac:spMkLst>
        </pc:spChg>
        <pc:spChg chg="add mod">
          <ac:chgData name="Babar HUSSAIN" userId="3c08c949-b6b6-4802-ab4f-9bcf79801f46" providerId="ADAL" clId="{80919996-0F21-47E9-8054-C661DDF69D4D}" dt="2026-07-10T18:50:41.624" v="6428" actId="948"/>
          <ac:spMkLst>
            <pc:docMk/>
            <pc:sldMk cId="3735159316" sldId="259"/>
            <ac:spMk id="15" creationId="{4F237355-36D3-CFFB-6462-B35FA0DFFFB3}"/>
          </ac:spMkLst>
        </pc:spChg>
        <pc:spChg chg="add mod">
          <ac:chgData name="Babar HUSSAIN" userId="3c08c949-b6b6-4802-ab4f-9bcf79801f46" providerId="ADAL" clId="{80919996-0F21-47E9-8054-C661DDF69D4D}" dt="2026-07-10T18:50:41.683" v="6436" actId="1582"/>
          <ac:spMkLst>
            <pc:docMk/>
            <pc:sldMk cId="3735159316" sldId="259"/>
            <ac:spMk id="17" creationId="{04477B8E-DCD5-D3B6-9F7A-25385D626342}"/>
          </ac:spMkLst>
        </pc:spChg>
        <pc:spChg chg="add mod">
          <ac:chgData name="Babar HUSSAIN" userId="3c08c949-b6b6-4802-ab4f-9bcf79801f46" providerId="ADAL" clId="{80919996-0F21-47E9-8054-C661DDF69D4D}" dt="2026-07-10T18:50:41.789" v="6448" actId="948"/>
          <ac:spMkLst>
            <pc:docMk/>
            <pc:sldMk cId="3735159316" sldId="259"/>
            <ac:spMk id="18" creationId="{1E0BE0AA-6F83-7128-5CFC-8AA0F036200A}"/>
          </ac:spMkLst>
        </pc:spChg>
        <pc:spChg chg="add mod">
          <ac:chgData name="Babar HUSSAIN" userId="3c08c949-b6b6-4802-ab4f-9bcf79801f46" providerId="ADAL" clId="{80919996-0F21-47E9-8054-C661DDF69D4D}" dt="2026-07-10T18:50:41.845" v="6456" actId="1582"/>
          <ac:spMkLst>
            <pc:docMk/>
            <pc:sldMk cId="3735159316" sldId="259"/>
            <ac:spMk id="20" creationId="{374E1574-BFCB-B071-C661-997B90F4E826}"/>
          </ac:spMkLst>
        </pc:spChg>
        <pc:spChg chg="add mod">
          <ac:chgData name="Babar HUSSAIN" userId="3c08c949-b6b6-4802-ab4f-9bcf79801f46" providerId="ADAL" clId="{80919996-0F21-47E9-8054-C661DDF69D4D}" dt="2026-07-10T18:50:41.984" v="6468" actId="948"/>
          <ac:spMkLst>
            <pc:docMk/>
            <pc:sldMk cId="3735159316" sldId="259"/>
            <ac:spMk id="21" creationId="{8A5185EA-53C0-8903-AB6E-6B4A380500A9}"/>
          </ac:spMkLst>
        </pc:spChg>
        <pc:spChg chg="add mod">
          <ac:chgData name="Babar HUSSAIN" userId="3c08c949-b6b6-4802-ab4f-9bcf79801f46" providerId="ADAL" clId="{80919996-0F21-47E9-8054-C661DDF69D4D}" dt="2026-07-10T18:50:42.012" v="6472" actId="1582"/>
          <ac:spMkLst>
            <pc:docMk/>
            <pc:sldMk cId="3735159316" sldId="259"/>
            <ac:spMk id="22" creationId="{3A4B1A26-EB5C-6130-160C-7466F1B78544}"/>
          </ac:spMkLst>
        </pc:spChg>
        <pc:spChg chg="add mod">
          <ac:chgData name="Babar HUSSAIN" userId="3c08c949-b6b6-4802-ab4f-9bcf79801f46" providerId="ADAL" clId="{80919996-0F21-47E9-8054-C661DDF69D4D}" dt="2026-07-10T18:50:42.093" v="6484" actId="948"/>
          <ac:spMkLst>
            <pc:docMk/>
            <pc:sldMk cId="3735159316" sldId="259"/>
            <ac:spMk id="23" creationId="{28F8A55E-3EC4-B49D-4719-16871593363B}"/>
          </ac:spMkLst>
        </pc:spChg>
        <pc:spChg chg="add mod">
          <ac:chgData name="Babar HUSSAIN" userId="3c08c949-b6b6-4802-ab4f-9bcf79801f46" providerId="ADAL" clId="{80919996-0F21-47E9-8054-C661DDF69D4D}" dt="2026-07-10T18:50:42.217" v="6496" actId="948"/>
          <ac:spMkLst>
            <pc:docMk/>
            <pc:sldMk cId="3735159316" sldId="259"/>
            <ac:spMk id="24" creationId="{671ED466-1697-5ACD-1EC1-3DE6B4CC6839}"/>
          </ac:spMkLst>
        </pc:spChg>
        <pc:spChg chg="add mod">
          <ac:chgData name="Babar HUSSAIN" userId="3c08c949-b6b6-4802-ab4f-9bcf79801f46" providerId="ADAL" clId="{80919996-0F21-47E9-8054-C661DDF69D4D}" dt="2026-07-10T18:50:42.290" v="6507" actId="948"/>
          <ac:spMkLst>
            <pc:docMk/>
            <pc:sldMk cId="3735159316" sldId="259"/>
            <ac:spMk id="25" creationId="{631542E5-C964-D8DA-3B72-2251D895249B}"/>
          </ac:spMkLst>
        </pc:spChg>
        <pc:spChg chg="add mod">
          <ac:chgData name="Babar HUSSAIN" userId="3c08c949-b6b6-4802-ab4f-9bcf79801f46" providerId="ADAL" clId="{80919996-0F21-47E9-8054-C661DDF69D4D}" dt="2026-07-10T18:50:42.365" v="6519" actId="948"/>
          <ac:spMkLst>
            <pc:docMk/>
            <pc:sldMk cId="3735159316" sldId="259"/>
            <ac:spMk id="26" creationId="{4A6B7637-C03C-A784-DE6B-2C9B5E5359C5}"/>
          </ac:spMkLst>
        </pc:spChg>
        <pc:cxnChg chg="add mod">
          <ac:chgData name="Babar HUSSAIN" userId="3c08c949-b6b6-4802-ab4f-9bcf79801f46" providerId="ADAL" clId="{80919996-0F21-47E9-8054-C661DDF69D4D}" dt="2026-07-10T18:50:40.387" v="6361" actId="1582"/>
          <ac:cxnSpMkLst>
            <pc:docMk/>
            <pc:sldMk cId="3735159316" sldId="259"/>
            <ac:cxnSpMk id="6" creationId="{A82C1329-4CA2-4DCE-A69D-6004B906F474}"/>
          </ac:cxnSpMkLst>
        </pc:cxnChg>
        <pc:cxnChg chg="add mod">
          <ac:chgData name="Babar HUSSAIN" userId="3c08c949-b6b6-4802-ab4f-9bcf79801f46" providerId="ADAL" clId="{80919996-0F21-47E9-8054-C661DDF69D4D}" dt="2026-07-10T18:50:41.231" v="6392"/>
          <ac:cxnSpMkLst>
            <pc:docMk/>
            <pc:sldMk cId="3735159316" sldId="259"/>
            <ac:cxnSpMk id="10" creationId="{7928E88D-065D-59F7-A9AA-CD9C3185B699}"/>
          </ac:cxnSpMkLst>
        </pc:cxnChg>
        <pc:cxnChg chg="add mod">
          <ac:chgData name="Babar HUSSAIN" userId="3c08c949-b6b6-4802-ab4f-9bcf79801f46" providerId="ADAL" clId="{80919996-0F21-47E9-8054-C661DDF69D4D}" dt="2026-07-10T18:50:41.443" v="6412"/>
          <ac:cxnSpMkLst>
            <pc:docMk/>
            <pc:sldMk cId="3735159316" sldId="259"/>
            <ac:cxnSpMk id="13" creationId="{0C9803E3-F05B-B6C3-7BCA-53CD33F80B8F}"/>
          </ac:cxnSpMkLst>
        </pc:cxnChg>
        <pc:cxnChg chg="add mod">
          <ac:chgData name="Babar HUSSAIN" userId="3c08c949-b6b6-4802-ab4f-9bcf79801f46" providerId="ADAL" clId="{80919996-0F21-47E9-8054-C661DDF69D4D}" dt="2026-07-10T18:50:41.652" v="6432"/>
          <ac:cxnSpMkLst>
            <pc:docMk/>
            <pc:sldMk cId="3735159316" sldId="259"/>
            <ac:cxnSpMk id="16" creationId="{510618EC-4836-69A4-BFC0-F9FE38048CF0}"/>
          </ac:cxnSpMkLst>
        </pc:cxnChg>
        <pc:cxnChg chg="add mod">
          <ac:chgData name="Babar HUSSAIN" userId="3c08c949-b6b6-4802-ab4f-9bcf79801f46" providerId="ADAL" clId="{80919996-0F21-47E9-8054-C661DDF69D4D}" dt="2026-07-10T18:50:41.818" v="6452"/>
          <ac:cxnSpMkLst>
            <pc:docMk/>
            <pc:sldMk cId="3735159316" sldId="259"/>
            <ac:cxnSpMk id="19" creationId="{0D1712E0-9C60-C9DF-843D-9623192F2FC7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39:44.796" v="2631" actId="2696"/>
        <pc:sldMkLst>
          <pc:docMk/>
          <pc:sldMk cId="1672213837" sldId="260"/>
        </pc:sldMkLst>
        <pc:spChg chg="add mod">
          <ac:chgData name="Babar HUSSAIN" userId="3c08c949-b6b6-4802-ab4f-9bcf79801f46" providerId="ADAL" clId="{80919996-0F21-47E9-8054-C661DDF69D4D}" dt="2026-07-10T18:04:02.744" v="2069" actId="948"/>
          <ac:spMkLst>
            <pc:docMk/>
            <pc:sldMk cId="1672213837" sldId="260"/>
            <ac:spMk id="2" creationId="{C1A52FED-8DFD-ED11-59FA-5FEE6F36D009}"/>
          </ac:spMkLst>
        </pc:spChg>
        <pc:spChg chg="add mod">
          <ac:chgData name="Babar HUSSAIN" userId="3c08c949-b6b6-4802-ab4f-9bcf79801f46" providerId="ADAL" clId="{80919996-0F21-47E9-8054-C661DDF69D4D}" dt="2026-07-10T18:04:02.860" v="2081" actId="948"/>
          <ac:spMkLst>
            <pc:docMk/>
            <pc:sldMk cId="1672213837" sldId="260"/>
            <ac:spMk id="3" creationId="{F1AA9197-B2BC-C3EF-E411-6F0C1F2E9C95}"/>
          </ac:spMkLst>
        </pc:spChg>
        <pc:spChg chg="add mod">
          <ac:chgData name="Babar HUSSAIN" userId="3c08c949-b6b6-4802-ab4f-9bcf79801f46" providerId="ADAL" clId="{80919996-0F21-47E9-8054-C661DDF69D4D}" dt="2026-07-10T18:16:23.351" v="2630" actId="20577"/>
          <ac:spMkLst>
            <pc:docMk/>
            <pc:sldMk cId="1672213837" sldId="260"/>
            <ac:spMk id="4" creationId="{443D103A-3AA4-E1A6-3425-7717AF6BCE64}"/>
          </ac:spMkLst>
        </pc:spChg>
        <pc:spChg chg="add mod">
          <ac:chgData name="Babar HUSSAIN" userId="3c08c949-b6b6-4802-ab4f-9bcf79801f46" providerId="ADAL" clId="{80919996-0F21-47E9-8054-C661DDF69D4D}" dt="2026-07-10T18:04:03.188" v="2108" actId="948"/>
          <ac:spMkLst>
            <pc:docMk/>
            <pc:sldMk cId="1672213837" sldId="260"/>
            <ac:spMk id="6" creationId="{C6E10263-1B5F-9200-C576-E13A6EB9D95B}"/>
          </ac:spMkLst>
        </pc:spChg>
        <pc:spChg chg="add mod">
          <ac:chgData name="Babar HUSSAIN" userId="3c08c949-b6b6-4802-ab4f-9bcf79801f46" providerId="ADAL" clId="{80919996-0F21-47E9-8054-C661DDF69D4D}" dt="2026-07-10T18:04:06.316" v="2269" actId="207"/>
          <ac:spMkLst>
            <pc:docMk/>
            <pc:sldMk cId="1672213837" sldId="260"/>
            <ac:spMk id="8" creationId="{8D82BE28-CE56-09B2-8A37-251714C02710}"/>
          </ac:spMkLst>
        </pc:spChg>
        <pc:spChg chg="add mod">
          <ac:chgData name="Babar HUSSAIN" userId="3c08c949-b6b6-4802-ab4f-9bcf79801f46" providerId="ADAL" clId="{80919996-0F21-47E9-8054-C661DDF69D4D}" dt="2026-07-10T18:04:06.074" v="2258"/>
          <ac:spMkLst>
            <pc:docMk/>
            <pc:sldMk cId="1672213837" sldId="260"/>
            <ac:spMk id="9" creationId="{2534A25E-2566-AB4D-5BD5-257B626476BE}"/>
          </ac:spMkLst>
        </pc:spChg>
        <pc:spChg chg="add mod">
          <ac:chgData name="Babar HUSSAIN" userId="3c08c949-b6b6-4802-ab4f-9bcf79801f46" providerId="ADAL" clId="{80919996-0F21-47E9-8054-C661DDF69D4D}" dt="2026-07-10T18:04:06.596" v="2287" actId="207"/>
          <ac:spMkLst>
            <pc:docMk/>
            <pc:sldMk cId="1672213837" sldId="260"/>
            <ac:spMk id="10" creationId="{7C1B75AB-6129-77AC-DD6B-43BDD592FB4E}"/>
          </ac:spMkLst>
        </pc:spChg>
        <pc:spChg chg="add mod">
          <ac:chgData name="Babar HUSSAIN" userId="3c08c949-b6b6-4802-ab4f-9bcf79801f46" providerId="ADAL" clId="{80919996-0F21-47E9-8054-C661DDF69D4D}" dt="2026-07-10T18:04:06.385" v="2276"/>
          <ac:spMkLst>
            <pc:docMk/>
            <pc:sldMk cId="1672213837" sldId="260"/>
            <ac:spMk id="11" creationId="{938AF2EA-025B-BFEB-254C-B683CAC604F6}"/>
          </ac:spMkLst>
        </pc:spChg>
        <pc:spChg chg="add mod">
          <ac:chgData name="Babar HUSSAIN" userId="3c08c949-b6b6-4802-ab4f-9bcf79801f46" providerId="ADAL" clId="{80919996-0F21-47E9-8054-C661DDF69D4D}" dt="2026-07-10T18:04:06.887" v="2305" actId="207"/>
          <ac:spMkLst>
            <pc:docMk/>
            <pc:sldMk cId="1672213837" sldId="260"/>
            <ac:spMk id="12" creationId="{BDE5FEB5-5B52-8668-7AC8-5A62CF628176}"/>
          </ac:spMkLst>
        </pc:spChg>
        <pc:spChg chg="add mod">
          <ac:chgData name="Babar HUSSAIN" userId="3c08c949-b6b6-4802-ab4f-9bcf79801f46" providerId="ADAL" clId="{80919996-0F21-47E9-8054-C661DDF69D4D}" dt="2026-07-10T18:04:06.666" v="2294"/>
          <ac:spMkLst>
            <pc:docMk/>
            <pc:sldMk cId="1672213837" sldId="260"/>
            <ac:spMk id="13" creationId="{0C714B18-3CA4-D502-BB56-0DE28C717D9E}"/>
          </ac:spMkLst>
        </pc:spChg>
        <pc:spChg chg="add mod">
          <ac:chgData name="Babar HUSSAIN" userId="3c08c949-b6b6-4802-ab4f-9bcf79801f46" providerId="ADAL" clId="{80919996-0F21-47E9-8054-C661DDF69D4D}" dt="2026-07-10T18:04:08.162" v="2365" actId="948"/>
          <ac:spMkLst>
            <pc:docMk/>
            <pc:sldMk cId="1672213837" sldId="260"/>
            <ac:spMk id="14" creationId="{58C2D9D3-D241-A59B-C51D-40B2A80E41A4}"/>
          </ac:spMkLst>
        </pc:spChg>
        <pc:graphicFrameChg chg="add mod modGraphic">
          <ac:chgData name="Babar HUSSAIN" userId="3c08c949-b6b6-4802-ab4f-9bcf79801f46" providerId="ADAL" clId="{80919996-0F21-47E9-8054-C661DDF69D4D}" dt="2026-07-10T18:04:06.009" v="2251" actId="207"/>
          <ac:graphicFrameMkLst>
            <pc:docMk/>
            <pc:sldMk cId="1672213837" sldId="260"/>
            <ac:graphicFrameMk id="7" creationId="{121CC7AA-0739-A424-C0AB-34F87FE192EE}"/>
          </ac:graphicFrameMkLst>
        </pc:graphicFrameChg>
        <pc:cxnChg chg="add mod">
          <ac:chgData name="Babar HUSSAIN" userId="3c08c949-b6b6-4802-ab4f-9bcf79801f46" providerId="ADAL" clId="{80919996-0F21-47E9-8054-C661DDF69D4D}" dt="2026-07-10T18:04:03.047" v="2096" actId="1582"/>
          <ac:cxnSpMkLst>
            <pc:docMk/>
            <pc:sldMk cId="1672213837" sldId="260"/>
            <ac:cxnSpMk id="5" creationId="{9D11E5D9-F348-39EE-715F-E24055B55C27}"/>
          </ac:cxnSpMkLst>
        </pc:cxnChg>
      </pc:sldChg>
      <pc:sldChg chg="del">
        <pc:chgData name="Babar HUSSAIN" userId="3c08c949-b6b6-4802-ab4f-9bcf79801f46" providerId="ADAL" clId="{80919996-0F21-47E9-8054-C661DDF69D4D}" dt="2026-07-10T17:58:56.869" v="4" actId="2696"/>
        <pc:sldMkLst>
          <pc:docMk/>
          <pc:sldMk cId="2105750611" sldId="260"/>
        </pc:sldMkLst>
      </pc:sldChg>
      <pc:sldChg chg="addSp modSp add del mod setBg">
        <pc:chgData name="Babar HUSSAIN" userId="3c08c949-b6b6-4802-ab4f-9bcf79801f46" providerId="ADAL" clId="{80919996-0F21-47E9-8054-C661DDF69D4D}" dt="2026-07-10T18:50:31.246" v="5657" actId="2696"/>
        <pc:sldMkLst>
          <pc:docMk/>
          <pc:sldMk cId="2267978480" sldId="260"/>
        </pc:sldMkLst>
        <pc:spChg chg="add mod">
          <ac:chgData name="Babar HUSSAIN" userId="3c08c949-b6b6-4802-ab4f-9bcf79801f46" providerId="ADAL" clId="{80919996-0F21-47E9-8054-C661DDF69D4D}" dt="2026-07-10T18:46:08.051" v="5126" actId="948"/>
          <ac:spMkLst>
            <pc:docMk/>
            <pc:sldMk cId="2267978480" sldId="260"/>
            <ac:spMk id="2" creationId="{FF671456-048E-4064-6406-232B3086E922}"/>
          </ac:spMkLst>
        </pc:spChg>
        <pc:spChg chg="add mod">
          <ac:chgData name="Babar HUSSAIN" userId="3c08c949-b6b6-4802-ab4f-9bcf79801f46" providerId="ADAL" clId="{80919996-0F21-47E9-8054-C661DDF69D4D}" dt="2026-07-10T18:46:08.127" v="5138" actId="948"/>
          <ac:spMkLst>
            <pc:docMk/>
            <pc:sldMk cId="2267978480" sldId="260"/>
            <ac:spMk id="3" creationId="{8FB3AD52-A0D8-4E13-07D1-107633A9E0FC}"/>
          </ac:spMkLst>
        </pc:spChg>
        <pc:spChg chg="add mod">
          <ac:chgData name="Babar HUSSAIN" userId="3c08c949-b6b6-4802-ab4f-9bcf79801f46" providerId="ADAL" clId="{80919996-0F21-47E9-8054-C661DDF69D4D}" dt="2026-07-10T18:46:08.267" v="5150" actId="948"/>
          <ac:spMkLst>
            <pc:docMk/>
            <pc:sldMk cId="2267978480" sldId="260"/>
            <ac:spMk id="4" creationId="{6C20A283-6910-761C-0041-AD61265C604E}"/>
          </ac:spMkLst>
        </pc:spChg>
        <pc:spChg chg="add mod">
          <ac:chgData name="Babar HUSSAIN" userId="3c08c949-b6b6-4802-ab4f-9bcf79801f46" providerId="ADAL" clId="{80919996-0F21-47E9-8054-C661DDF69D4D}" dt="2026-07-10T18:46:08.374" v="5164" actId="948"/>
          <ac:spMkLst>
            <pc:docMk/>
            <pc:sldMk cId="2267978480" sldId="260"/>
            <ac:spMk id="6" creationId="{11D69319-5E5D-542B-B9A6-CEA046696E13}"/>
          </ac:spMkLst>
        </pc:spChg>
        <pc:spChg chg="add mod">
          <ac:chgData name="Babar HUSSAIN" userId="3c08c949-b6b6-4802-ab4f-9bcf79801f46" providerId="ADAL" clId="{80919996-0F21-47E9-8054-C661DDF69D4D}" dt="2026-07-10T18:46:08.462" v="5175" actId="948"/>
          <ac:spMkLst>
            <pc:docMk/>
            <pc:sldMk cId="2267978480" sldId="260"/>
            <ac:spMk id="7" creationId="{AE610DE5-75A4-7014-A6A2-E0FFFB32C8D8}"/>
          </ac:spMkLst>
        </pc:spChg>
        <pc:spChg chg="add mod">
          <ac:chgData name="Babar HUSSAIN" userId="3c08c949-b6b6-4802-ab4f-9bcf79801f46" providerId="ADAL" clId="{80919996-0F21-47E9-8054-C661DDF69D4D}" dt="2026-07-10T18:46:08.537" v="5179" actId="1582"/>
          <ac:spMkLst>
            <pc:docMk/>
            <pc:sldMk cId="2267978480" sldId="260"/>
            <ac:spMk id="8" creationId="{0E9D6843-4504-A857-DBD1-0DEBC71BC03E}"/>
          </ac:spMkLst>
        </pc:spChg>
        <pc:spChg chg="add mod">
          <ac:chgData name="Babar HUSSAIN" userId="3c08c949-b6b6-4802-ab4f-9bcf79801f46" providerId="ADAL" clId="{80919996-0F21-47E9-8054-C661DDF69D4D}" dt="2026-07-10T18:46:08.596" v="5183" actId="1582"/>
          <ac:spMkLst>
            <pc:docMk/>
            <pc:sldMk cId="2267978480" sldId="260"/>
            <ac:spMk id="9" creationId="{5B2B3B65-DB84-8B2E-F992-526F6C4DE387}"/>
          </ac:spMkLst>
        </pc:spChg>
        <pc:spChg chg="add mod">
          <ac:chgData name="Babar HUSSAIN" userId="3c08c949-b6b6-4802-ab4f-9bcf79801f46" providerId="ADAL" clId="{80919996-0F21-47E9-8054-C661DDF69D4D}" dt="2026-07-10T18:46:08.692" v="5195" actId="948"/>
          <ac:spMkLst>
            <pc:docMk/>
            <pc:sldMk cId="2267978480" sldId="260"/>
            <ac:spMk id="10" creationId="{5A25D192-92A6-F82A-7CCC-FB9848D5CF2B}"/>
          </ac:spMkLst>
        </pc:spChg>
        <pc:spChg chg="add mod">
          <ac:chgData name="Babar HUSSAIN" userId="3c08c949-b6b6-4802-ab4f-9bcf79801f46" providerId="ADAL" clId="{80919996-0F21-47E9-8054-C661DDF69D4D}" dt="2026-07-10T18:46:08.831" v="5207" actId="948"/>
          <ac:spMkLst>
            <pc:docMk/>
            <pc:sldMk cId="2267978480" sldId="260"/>
            <ac:spMk id="11" creationId="{15A83213-C8F9-DC48-C64F-F0C8A5E2EB30}"/>
          </ac:spMkLst>
        </pc:spChg>
        <pc:spChg chg="add mod">
          <ac:chgData name="Babar HUSSAIN" userId="3c08c949-b6b6-4802-ab4f-9bcf79801f46" providerId="ADAL" clId="{80919996-0F21-47E9-8054-C661DDF69D4D}" dt="2026-07-10T18:46:08.973" v="5219" actId="948"/>
          <ac:spMkLst>
            <pc:docMk/>
            <pc:sldMk cId="2267978480" sldId="260"/>
            <ac:spMk id="12" creationId="{44DEA4C8-85BF-5A11-8837-09DC35DE694A}"/>
          </ac:spMkLst>
        </pc:spChg>
        <pc:spChg chg="add mod">
          <ac:chgData name="Babar HUSSAIN" userId="3c08c949-b6b6-4802-ab4f-9bcf79801f46" providerId="ADAL" clId="{80919996-0F21-47E9-8054-C661DDF69D4D}" dt="2026-07-10T18:46:09.163" v="5230" actId="948"/>
          <ac:spMkLst>
            <pc:docMk/>
            <pc:sldMk cId="2267978480" sldId="260"/>
            <ac:spMk id="13" creationId="{866D95BA-AE65-BA33-2EFC-3E3004382E95}"/>
          </ac:spMkLst>
        </pc:spChg>
        <pc:spChg chg="add mod">
          <ac:chgData name="Babar HUSSAIN" userId="3c08c949-b6b6-4802-ab4f-9bcf79801f46" providerId="ADAL" clId="{80919996-0F21-47E9-8054-C661DDF69D4D}" dt="2026-07-10T18:46:09.210" v="5234" actId="1582"/>
          <ac:spMkLst>
            <pc:docMk/>
            <pc:sldMk cId="2267978480" sldId="260"/>
            <ac:spMk id="14" creationId="{665B2308-3D49-4A54-7EF0-D7A8E9F731B4}"/>
          </ac:spMkLst>
        </pc:spChg>
        <pc:spChg chg="add mod">
          <ac:chgData name="Babar HUSSAIN" userId="3c08c949-b6b6-4802-ab4f-9bcf79801f46" providerId="ADAL" clId="{80919996-0F21-47E9-8054-C661DDF69D4D}" dt="2026-07-10T18:46:09.408" v="5246" actId="948"/>
          <ac:spMkLst>
            <pc:docMk/>
            <pc:sldMk cId="2267978480" sldId="260"/>
            <ac:spMk id="15" creationId="{C923B8F3-2C81-0227-EE4C-B4AD949E2F0A}"/>
          </ac:spMkLst>
        </pc:spChg>
        <pc:spChg chg="add mod">
          <ac:chgData name="Babar HUSSAIN" userId="3c08c949-b6b6-4802-ab4f-9bcf79801f46" providerId="ADAL" clId="{80919996-0F21-47E9-8054-C661DDF69D4D}" dt="2026-07-10T18:46:09.536" v="5258" actId="948"/>
          <ac:spMkLst>
            <pc:docMk/>
            <pc:sldMk cId="2267978480" sldId="260"/>
            <ac:spMk id="16" creationId="{440A5A2C-5172-BFAD-AB6B-AE1FB13A145E}"/>
          </ac:spMkLst>
        </pc:spChg>
        <pc:spChg chg="add mod">
          <ac:chgData name="Babar HUSSAIN" userId="3c08c949-b6b6-4802-ab4f-9bcf79801f46" providerId="ADAL" clId="{80919996-0F21-47E9-8054-C661DDF69D4D}" dt="2026-07-10T18:46:09.719" v="5270" actId="948"/>
          <ac:spMkLst>
            <pc:docMk/>
            <pc:sldMk cId="2267978480" sldId="260"/>
            <ac:spMk id="17" creationId="{B542D28A-7D35-A0A1-0764-277F06DD99C3}"/>
          </ac:spMkLst>
        </pc:spChg>
        <pc:spChg chg="add mod">
          <ac:chgData name="Babar HUSSAIN" userId="3c08c949-b6b6-4802-ab4f-9bcf79801f46" providerId="ADAL" clId="{80919996-0F21-47E9-8054-C661DDF69D4D}" dt="2026-07-10T18:46:09.842" v="5281" actId="948"/>
          <ac:spMkLst>
            <pc:docMk/>
            <pc:sldMk cId="2267978480" sldId="260"/>
            <ac:spMk id="18" creationId="{6C9BA850-157B-42AE-FA18-FF076C83B7A4}"/>
          </ac:spMkLst>
        </pc:spChg>
        <pc:spChg chg="add mod">
          <ac:chgData name="Babar HUSSAIN" userId="3c08c949-b6b6-4802-ab4f-9bcf79801f46" providerId="ADAL" clId="{80919996-0F21-47E9-8054-C661DDF69D4D}" dt="2026-07-10T18:46:09.959" v="5285" actId="1582"/>
          <ac:spMkLst>
            <pc:docMk/>
            <pc:sldMk cId="2267978480" sldId="260"/>
            <ac:spMk id="19" creationId="{00BB31B5-3968-1448-D65E-55A148C2C81E}"/>
          </ac:spMkLst>
        </pc:spChg>
        <pc:spChg chg="add mod">
          <ac:chgData name="Babar HUSSAIN" userId="3c08c949-b6b6-4802-ab4f-9bcf79801f46" providerId="ADAL" clId="{80919996-0F21-47E9-8054-C661DDF69D4D}" dt="2026-07-10T18:46:10.113" v="5297" actId="948"/>
          <ac:spMkLst>
            <pc:docMk/>
            <pc:sldMk cId="2267978480" sldId="260"/>
            <ac:spMk id="20" creationId="{5FE80D69-9D43-18AF-23EE-CE39CB1C0F49}"/>
          </ac:spMkLst>
        </pc:spChg>
        <pc:spChg chg="add mod">
          <ac:chgData name="Babar HUSSAIN" userId="3c08c949-b6b6-4802-ab4f-9bcf79801f46" providerId="ADAL" clId="{80919996-0F21-47E9-8054-C661DDF69D4D}" dt="2026-07-10T18:46:10.332" v="5309" actId="948"/>
          <ac:spMkLst>
            <pc:docMk/>
            <pc:sldMk cId="2267978480" sldId="260"/>
            <ac:spMk id="21" creationId="{8C99FF54-E873-D9E4-F94E-D471FB3AEEBC}"/>
          </ac:spMkLst>
        </pc:spChg>
        <pc:spChg chg="add mod">
          <ac:chgData name="Babar HUSSAIN" userId="3c08c949-b6b6-4802-ab4f-9bcf79801f46" providerId="ADAL" clId="{80919996-0F21-47E9-8054-C661DDF69D4D}" dt="2026-07-10T18:46:10.471" v="5321" actId="948"/>
          <ac:spMkLst>
            <pc:docMk/>
            <pc:sldMk cId="2267978480" sldId="260"/>
            <ac:spMk id="22" creationId="{8CCB6EEE-C3C8-DD55-9E56-2ADE165C4E9C}"/>
          </ac:spMkLst>
        </pc:spChg>
        <pc:spChg chg="add mod">
          <ac:chgData name="Babar HUSSAIN" userId="3c08c949-b6b6-4802-ab4f-9bcf79801f46" providerId="ADAL" clId="{80919996-0F21-47E9-8054-C661DDF69D4D}" dt="2026-07-10T18:46:10.648" v="5332" actId="948"/>
          <ac:spMkLst>
            <pc:docMk/>
            <pc:sldMk cId="2267978480" sldId="260"/>
            <ac:spMk id="23" creationId="{1431133C-F367-467C-4FC9-92A161AB8688}"/>
          </ac:spMkLst>
        </pc:spChg>
        <pc:spChg chg="add mod">
          <ac:chgData name="Babar HUSSAIN" userId="3c08c949-b6b6-4802-ab4f-9bcf79801f46" providerId="ADAL" clId="{80919996-0F21-47E9-8054-C661DDF69D4D}" dt="2026-07-10T18:46:10.684" v="5336" actId="1582"/>
          <ac:spMkLst>
            <pc:docMk/>
            <pc:sldMk cId="2267978480" sldId="260"/>
            <ac:spMk id="24" creationId="{BACC30D5-B899-1B8B-1BBD-8E06AC8787DC}"/>
          </ac:spMkLst>
        </pc:spChg>
        <pc:spChg chg="add mod">
          <ac:chgData name="Babar HUSSAIN" userId="3c08c949-b6b6-4802-ab4f-9bcf79801f46" providerId="ADAL" clId="{80919996-0F21-47E9-8054-C661DDF69D4D}" dt="2026-07-10T18:46:10.863" v="5348" actId="948"/>
          <ac:spMkLst>
            <pc:docMk/>
            <pc:sldMk cId="2267978480" sldId="260"/>
            <ac:spMk id="25" creationId="{71A326F5-6450-E7A5-D02F-9958FDEAACD1}"/>
          </ac:spMkLst>
        </pc:spChg>
        <pc:spChg chg="add mod">
          <ac:chgData name="Babar HUSSAIN" userId="3c08c949-b6b6-4802-ab4f-9bcf79801f46" providerId="ADAL" clId="{80919996-0F21-47E9-8054-C661DDF69D4D}" dt="2026-07-10T18:46:11.008" v="5360" actId="948"/>
          <ac:spMkLst>
            <pc:docMk/>
            <pc:sldMk cId="2267978480" sldId="260"/>
            <ac:spMk id="26" creationId="{3FA74163-4295-6193-CF0F-54AF40BA2C33}"/>
          </ac:spMkLst>
        </pc:spChg>
        <pc:spChg chg="add mod">
          <ac:chgData name="Babar HUSSAIN" userId="3c08c949-b6b6-4802-ab4f-9bcf79801f46" providerId="ADAL" clId="{80919996-0F21-47E9-8054-C661DDF69D4D}" dt="2026-07-10T18:46:11.206" v="5372" actId="948"/>
          <ac:spMkLst>
            <pc:docMk/>
            <pc:sldMk cId="2267978480" sldId="260"/>
            <ac:spMk id="27" creationId="{8199ABD9-B436-810D-3E7C-262E2CEA92D9}"/>
          </ac:spMkLst>
        </pc:spChg>
        <pc:spChg chg="add mod">
          <ac:chgData name="Babar HUSSAIN" userId="3c08c949-b6b6-4802-ab4f-9bcf79801f46" providerId="ADAL" clId="{80919996-0F21-47E9-8054-C661DDF69D4D}" dt="2026-07-10T18:46:11.346" v="5383" actId="948"/>
          <ac:spMkLst>
            <pc:docMk/>
            <pc:sldMk cId="2267978480" sldId="260"/>
            <ac:spMk id="28" creationId="{8F410E01-DE53-8937-530F-4E082EDBFFDC}"/>
          </ac:spMkLst>
        </pc:spChg>
        <pc:spChg chg="add mod">
          <ac:chgData name="Babar HUSSAIN" userId="3c08c949-b6b6-4802-ab4f-9bcf79801f46" providerId="ADAL" clId="{80919996-0F21-47E9-8054-C661DDF69D4D}" dt="2026-07-10T18:46:11.454" v="5387" actId="1582"/>
          <ac:spMkLst>
            <pc:docMk/>
            <pc:sldMk cId="2267978480" sldId="260"/>
            <ac:spMk id="29" creationId="{08D6C166-D99A-DC9A-6AFE-7156305B6C97}"/>
          </ac:spMkLst>
        </pc:spChg>
        <pc:spChg chg="add mod">
          <ac:chgData name="Babar HUSSAIN" userId="3c08c949-b6b6-4802-ab4f-9bcf79801f46" providerId="ADAL" clId="{80919996-0F21-47E9-8054-C661DDF69D4D}" dt="2026-07-10T18:46:11.570" v="5399" actId="948"/>
          <ac:spMkLst>
            <pc:docMk/>
            <pc:sldMk cId="2267978480" sldId="260"/>
            <ac:spMk id="30" creationId="{826FD6F8-EBF4-F792-3E6E-D73F10FA7BB2}"/>
          </ac:spMkLst>
        </pc:spChg>
        <pc:spChg chg="add mod">
          <ac:chgData name="Babar HUSSAIN" userId="3c08c949-b6b6-4802-ab4f-9bcf79801f46" providerId="ADAL" clId="{80919996-0F21-47E9-8054-C661DDF69D4D}" dt="2026-07-10T18:46:11.766" v="5411" actId="948"/>
          <ac:spMkLst>
            <pc:docMk/>
            <pc:sldMk cId="2267978480" sldId="260"/>
            <ac:spMk id="31" creationId="{3719C46E-7CE0-CEE0-5B85-1FCB739A9EC2}"/>
          </ac:spMkLst>
        </pc:spChg>
        <pc:spChg chg="add mod">
          <ac:chgData name="Babar HUSSAIN" userId="3c08c949-b6b6-4802-ab4f-9bcf79801f46" providerId="ADAL" clId="{80919996-0F21-47E9-8054-C661DDF69D4D}" dt="2026-07-10T18:46:11.893" v="5423" actId="948"/>
          <ac:spMkLst>
            <pc:docMk/>
            <pc:sldMk cId="2267978480" sldId="260"/>
            <ac:spMk id="32" creationId="{9F75DF56-C467-9F18-51C7-54B8BE5D7BF6}"/>
          </ac:spMkLst>
        </pc:spChg>
        <pc:spChg chg="add mod">
          <ac:chgData name="Babar HUSSAIN" userId="3c08c949-b6b6-4802-ab4f-9bcf79801f46" providerId="ADAL" clId="{80919996-0F21-47E9-8054-C661DDF69D4D}" dt="2026-07-10T18:46:12.068" v="5434" actId="948"/>
          <ac:spMkLst>
            <pc:docMk/>
            <pc:sldMk cId="2267978480" sldId="260"/>
            <ac:spMk id="33" creationId="{14B1FC1F-8210-DDA9-3633-723F9FBB4164}"/>
          </ac:spMkLst>
        </pc:spChg>
        <pc:spChg chg="add mod">
          <ac:chgData name="Babar HUSSAIN" userId="3c08c949-b6b6-4802-ab4f-9bcf79801f46" providerId="ADAL" clId="{80919996-0F21-47E9-8054-C661DDF69D4D}" dt="2026-07-10T18:46:12.207" v="5446" actId="948"/>
          <ac:spMkLst>
            <pc:docMk/>
            <pc:sldMk cId="2267978480" sldId="260"/>
            <ac:spMk id="34" creationId="{44A7319A-C642-A07D-A67B-0B657334D897}"/>
          </ac:spMkLst>
        </pc:spChg>
        <pc:cxnChg chg="add mod">
          <ac:chgData name="Babar HUSSAIN" userId="3c08c949-b6b6-4802-ab4f-9bcf79801f46" providerId="ADAL" clId="{80919996-0F21-47E9-8054-C661DDF69D4D}" dt="2026-07-10T18:46:08.292" v="5153" actId="1582"/>
          <ac:cxnSpMkLst>
            <pc:docMk/>
            <pc:sldMk cId="2267978480" sldId="260"/>
            <ac:cxnSpMk id="5" creationId="{848720D3-B607-E235-7B3B-12A1D646CD2C}"/>
          </ac:cxnSpMkLst>
        </pc:cxnChg>
      </pc:sldChg>
      <pc:sldChg chg="addSp modSp add mod setBg">
        <pc:chgData name="Babar HUSSAIN" userId="3c08c949-b6b6-4802-ab4f-9bcf79801f46" providerId="ADAL" clId="{80919996-0F21-47E9-8054-C661DDF69D4D}" dt="2026-07-10T18:50:45.308" v="6790" actId="948"/>
        <pc:sldMkLst>
          <pc:docMk/>
          <pc:sldMk cId="3686196024" sldId="260"/>
        </pc:sldMkLst>
        <pc:spChg chg="add mod">
          <ac:chgData name="Babar HUSSAIN" userId="3c08c949-b6b6-4802-ab4f-9bcf79801f46" providerId="ADAL" clId="{80919996-0F21-47E9-8054-C661DDF69D4D}" dt="2026-07-10T18:50:42.504" v="6534" actId="948"/>
          <ac:spMkLst>
            <pc:docMk/>
            <pc:sldMk cId="3686196024" sldId="260"/>
            <ac:spMk id="2" creationId="{FBC7F074-1437-3A70-2C8F-1F2D1503D4BC}"/>
          </ac:spMkLst>
        </pc:spChg>
        <pc:spChg chg="add mod">
          <ac:chgData name="Babar HUSSAIN" userId="3c08c949-b6b6-4802-ab4f-9bcf79801f46" providerId="ADAL" clId="{80919996-0F21-47E9-8054-C661DDF69D4D}" dt="2026-07-10T18:50:42.582" v="6546" actId="948"/>
          <ac:spMkLst>
            <pc:docMk/>
            <pc:sldMk cId="3686196024" sldId="260"/>
            <ac:spMk id="3" creationId="{9E510AED-F087-E1BF-0CF7-BE7532C663A4}"/>
          </ac:spMkLst>
        </pc:spChg>
        <pc:spChg chg="add mod">
          <ac:chgData name="Babar HUSSAIN" userId="3c08c949-b6b6-4802-ab4f-9bcf79801f46" providerId="ADAL" clId="{80919996-0F21-47E9-8054-C661DDF69D4D}" dt="2026-07-10T18:50:42.807" v="6557" actId="948"/>
          <ac:spMkLst>
            <pc:docMk/>
            <pc:sldMk cId="3686196024" sldId="260"/>
            <ac:spMk id="4" creationId="{B460C7CE-EC8D-B01C-5597-A1A8247A1C7A}"/>
          </ac:spMkLst>
        </pc:spChg>
        <pc:spChg chg="add mod">
          <ac:chgData name="Babar HUSSAIN" userId="3c08c949-b6b6-4802-ab4f-9bcf79801f46" providerId="ADAL" clId="{80919996-0F21-47E9-8054-C661DDF69D4D}" dt="2026-07-10T18:50:42.877" v="6569" actId="948"/>
          <ac:spMkLst>
            <pc:docMk/>
            <pc:sldMk cId="3686196024" sldId="260"/>
            <ac:spMk id="5" creationId="{677D450A-A8D8-8A93-1128-D9003353F9A4}"/>
          </ac:spMkLst>
        </pc:spChg>
        <pc:spChg chg="add mod">
          <ac:chgData name="Babar HUSSAIN" userId="3c08c949-b6b6-4802-ab4f-9bcf79801f46" providerId="ADAL" clId="{80919996-0F21-47E9-8054-C661DDF69D4D}" dt="2026-07-10T18:50:42.973" v="6583" actId="948"/>
          <ac:spMkLst>
            <pc:docMk/>
            <pc:sldMk cId="3686196024" sldId="260"/>
            <ac:spMk id="7" creationId="{64BE6754-D88F-BE4E-1DCA-2A9DEC249A91}"/>
          </ac:spMkLst>
        </pc:spChg>
        <pc:spChg chg="add mod">
          <ac:chgData name="Babar HUSSAIN" userId="3c08c949-b6b6-4802-ab4f-9bcf79801f46" providerId="ADAL" clId="{80919996-0F21-47E9-8054-C661DDF69D4D}" dt="2026-07-10T18:50:43.011" v="6587" actId="1582"/>
          <ac:spMkLst>
            <pc:docMk/>
            <pc:sldMk cId="3686196024" sldId="260"/>
            <ac:spMk id="8" creationId="{54C463BA-656D-8288-6CBA-1DE9F9432A16}"/>
          </ac:spMkLst>
        </pc:spChg>
        <pc:spChg chg="add mod">
          <ac:chgData name="Babar HUSSAIN" userId="3c08c949-b6b6-4802-ab4f-9bcf79801f46" providerId="ADAL" clId="{80919996-0F21-47E9-8054-C661DDF69D4D}" dt="2026-07-10T18:50:43.155" v="6599" actId="948"/>
          <ac:spMkLst>
            <pc:docMk/>
            <pc:sldMk cId="3686196024" sldId="260"/>
            <ac:spMk id="9" creationId="{1A5957A3-8FA3-3445-179A-705E945494A4}"/>
          </ac:spMkLst>
        </pc:spChg>
        <pc:spChg chg="add mod">
          <ac:chgData name="Babar HUSSAIN" userId="3c08c949-b6b6-4802-ab4f-9bcf79801f46" providerId="ADAL" clId="{80919996-0F21-47E9-8054-C661DDF69D4D}" dt="2026-07-10T18:50:43.266" v="6611" actId="948"/>
          <ac:spMkLst>
            <pc:docMk/>
            <pc:sldMk cId="3686196024" sldId="260"/>
            <ac:spMk id="10" creationId="{AAFEBE11-9AA0-DBDA-9ACA-FB201DCA67B6}"/>
          </ac:spMkLst>
        </pc:spChg>
        <pc:spChg chg="add mod">
          <ac:chgData name="Babar HUSSAIN" userId="3c08c949-b6b6-4802-ab4f-9bcf79801f46" providerId="ADAL" clId="{80919996-0F21-47E9-8054-C661DDF69D4D}" dt="2026-07-10T18:50:43.408" v="6622" actId="948"/>
          <ac:spMkLst>
            <pc:docMk/>
            <pc:sldMk cId="3686196024" sldId="260"/>
            <ac:spMk id="11" creationId="{40A30AC9-7F10-0050-625F-2FFB5F22BE5B}"/>
          </ac:spMkLst>
        </pc:spChg>
        <pc:spChg chg="add mod">
          <ac:chgData name="Babar HUSSAIN" userId="3c08c949-b6b6-4802-ab4f-9bcf79801f46" providerId="ADAL" clId="{80919996-0F21-47E9-8054-C661DDF69D4D}" dt="2026-07-10T18:50:43.444" v="6626" actId="1582"/>
          <ac:spMkLst>
            <pc:docMk/>
            <pc:sldMk cId="3686196024" sldId="260"/>
            <ac:spMk id="12" creationId="{73ACDC78-5A70-B845-324E-27D5DA973FAD}"/>
          </ac:spMkLst>
        </pc:spChg>
        <pc:spChg chg="add mod">
          <ac:chgData name="Babar HUSSAIN" userId="3c08c949-b6b6-4802-ab4f-9bcf79801f46" providerId="ADAL" clId="{80919996-0F21-47E9-8054-C661DDF69D4D}" dt="2026-07-10T18:50:43.546" v="6638" actId="948"/>
          <ac:spMkLst>
            <pc:docMk/>
            <pc:sldMk cId="3686196024" sldId="260"/>
            <ac:spMk id="13" creationId="{0C63716A-8F9C-07FB-30D9-829CD5249659}"/>
          </ac:spMkLst>
        </pc:spChg>
        <pc:spChg chg="add mod">
          <ac:chgData name="Babar HUSSAIN" userId="3c08c949-b6b6-4802-ab4f-9bcf79801f46" providerId="ADAL" clId="{80919996-0F21-47E9-8054-C661DDF69D4D}" dt="2026-07-10T18:50:43.692" v="6650" actId="948"/>
          <ac:spMkLst>
            <pc:docMk/>
            <pc:sldMk cId="3686196024" sldId="260"/>
            <ac:spMk id="14" creationId="{6AEBD02D-C558-CE93-ABEF-E88614AB8A3D}"/>
          </ac:spMkLst>
        </pc:spChg>
        <pc:spChg chg="add mod">
          <ac:chgData name="Babar HUSSAIN" userId="3c08c949-b6b6-4802-ab4f-9bcf79801f46" providerId="ADAL" clId="{80919996-0F21-47E9-8054-C661DDF69D4D}" dt="2026-07-10T18:50:43.786" v="6661" actId="948"/>
          <ac:spMkLst>
            <pc:docMk/>
            <pc:sldMk cId="3686196024" sldId="260"/>
            <ac:spMk id="15" creationId="{79D68F71-036E-5D80-4F4A-0F993A03C830}"/>
          </ac:spMkLst>
        </pc:spChg>
        <pc:spChg chg="add mod">
          <ac:chgData name="Babar HUSSAIN" userId="3c08c949-b6b6-4802-ab4f-9bcf79801f46" providerId="ADAL" clId="{80919996-0F21-47E9-8054-C661DDF69D4D}" dt="2026-07-10T18:50:43.818" v="6665" actId="1582"/>
          <ac:spMkLst>
            <pc:docMk/>
            <pc:sldMk cId="3686196024" sldId="260"/>
            <ac:spMk id="16" creationId="{3B1F346D-3C9E-2AD9-14AA-95890519BA48}"/>
          </ac:spMkLst>
        </pc:spChg>
        <pc:spChg chg="add mod">
          <ac:chgData name="Babar HUSSAIN" userId="3c08c949-b6b6-4802-ab4f-9bcf79801f46" providerId="ADAL" clId="{80919996-0F21-47E9-8054-C661DDF69D4D}" dt="2026-07-10T18:50:43.938" v="6677" actId="948"/>
          <ac:spMkLst>
            <pc:docMk/>
            <pc:sldMk cId="3686196024" sldId="260"/>
            <ac:spMk id="17" creationId="{2E1F6D5B-9EF2-4B02-C899-9388F19A72E2}"/>
          </ac:spMkLst>
        </pc:spChg>
        <pc:spChg chg="add mod">
          <ac:chgData name="Babar HUSSAIN" userId="3c08c949-b6b6-4802-ab4f-9bcf79801f46" providerId="ADAL" clId="{80919996-0F21-47E9-8054-C661DDF69D4D}" dt="2026-07-10T18:50:44.069" v="6689" actId="948"/>
          <ac:spMkLst>
            <pc:docMk/>
            <pc:sldMk cId="3686196024" sldId="260"/>
            <ac:spMk id="18" creationId="{4B6B3B26-9C0F-D826-5A9A-787433D03687}"/>
          </ac:spMkLst>
        </pc:spChg>
        <pc:spChg chg="add mod">
          <ac:chgData name="Babar HUSSAIN" userId="3c08c949-b6b6-4802-ab4f-9bcf79801f46" providerId="ADAL" clId="{80919996-0F21-47E9-8054-C661DDF69D4D}" dt="2026-07-10T18:50:44.161" v="6700" actId="948"/>
          <ac:spMkLst>
            <pc:docMk/>
            <pc:sldMk cId="3686196024" sldId="260"/>
            <ac:spMk id="19" creationId="{8DB41C2C-2986-3C30-F343-872CBD753CA9}"/>
          </ac:spMkLst>
        </pc:spChg>
        <pc:spChg chg="add mod">
          <ac:chgData name="Babar HUSSAIN" userId="3c08c949-b6b6-4802-ab4f-9bcf79801f46" providerId="ADAL" clId="{80919996-0F21-47E9-8054-C661DDF69D4D}" dt="2026-07-10T18:50:44.213" v="6704" actId="1582"/>
          <ac:spMkLst>
            <pc:docMk/>
            <pc:sldMk cId="3686196024" sldId="260"/>
            <ac:spMk id="20" creationId="{EB4069EA-50AE-A2BF-C3F6-C9D47AEB848E}"/>
          </ac:spMkLst>
        </pc:spChg>
        <pc:spChg chg="add mod">
          <ac:chgData name="Babar HUSSAIN" userId="3c08c949-b6b6-4802-ab4f-9bcf79801f46" providerId="ADAL" clId="{80919996-0F21-47E9-8054-C661DDF69D4D}" dt="2026-07-10T18:50:44.313" v="6716" actId="948"/>
          <ac:spMkLst>
            <pc:docMk/>
            <pc:sldMk cId="3686196024" sldId="260"/>
            <ac:spMk id="21" creationId="{25F6936A-F9DF-9422-CE72-1C4C10FCDE96}"/>
          </ac:spMkLst>
        </pc:spChg>
        <pc:spChg chg="add mod">
          <ac:chgData name="Babar HUSSAIN" userId="3c08c949-b6b6-4802-ab4f-9bcf79801f46" providerId="ADAL" clId="{80919996-0F21-47E9-8054-C661DDF69D4D}" dt="2026-07-10T18:50:44.464" v="6728" actId="948"/>
          <ac:spMkLst>
            <pc:docMk/>
            <pc:sldMk cId="3686196024" sldId="260"/>
            <ac:spMk id="22" creationId="{F891B7B9-397C-5B04-ED80-47E16B10DF71}"/>
          </ac:spMkLst>
        </pc:spChg>
        <pc:spChg chg="add mod">
          <ac:chgData name="Babar HUSSAIN" userId="3c08c949-b6b6-4802-ab4f-9bcf79801f46" providerId="ADAL" clId="{80919996-0F21-47E9-8054-C661DDF69D4D}" dt="2026-07-10T18:50:44.630" v="6739" actId="948"/>
          <ac:spMkLst>
            <pc:docMk/>
            <pc:sldMk cId="3686196024" sldId="260"/>
            <ac:spMk id="23" creationId="{BE775FB5-7E3B-9019-2CA0-C8FD156E61AB}"/>
          </ac:spMkLst>
        </pc:spChg>
        <pc:spChg chg="add mod">
          <ac:chgData name="Babar HUSSAIN" userId="3c08c949-b6b6-4802-ab4f-9bcf79801f46" providerId="ADAL" clId="{80919996-0F21-47E9-8054-C661DDF69D4D}" dt="2026-07-10T18:50:44.672" v="6743" actId="1582"/>
          <ac:spMkLst>
            <pc:docMk/>
            <pc:sldMk cId="3686196024" sldId="260"/>
            <ac:spMk id="24" creationId="{5ABBFCF9-D309-954E-D6C5-E5D43A10DB20}"/>
          </ac:spMkLst>
        </pc:spChg>
        <pc:spChg chg="add mod">
          <ac:chgData name="Babar HUSSAIN" userId="3c08c949-b6b6-4802-ab4f-9bcf79801f46" providerId="ADAL" clId="{80919996-0F21-47E9-8054-C661DDF69D4D}" dt="2026-07-10T18:50:44.830" v="6755" actId="948"/>
          <ac:spMkLst>
            <pc:docMk/>
            <pc:sldMk cId="3686196024" sldId="260"/>
            <ac:spMk id="25" creationId="{8BF83A9B-12C9-DA65-46DD-31113071DC52}"/>
          </ac:spMkLst>
        </pc:spChg>
        <pc:spChg chg="add mod">
          <ac:chgData name="Babar HUSSAIN" userId="3c08c949-b6b6-4802-ab4f-9bcf79801f46" providerId="ADAL" clId="{80919996-0F21-47E9-8054-C661DDF69D4D}" dt="2026-07-10T18:50:44.992" v="6767" actId="948"/>
          <ac:spMkLst>
            <pc:docMk/>
            <pc:sldMk cId="3686196024" sldId="260"/>
            <ac:spMk id="26" creationId="{861F9AC8-8557-0760-D0BD-5E94CEDB23DD}"/>
          </ac:spMkLst>
        </pc:spChg>
        <pc:spChg chg="add mod">
          <ac:chgData name="Babar HUSSAIN" userId="3c08c949-b6b6-4802-ab4f-9bcf79801f46" providerId="ADAL" clId="{80919996-0F21-47E9-8054-C661DDF69D4D}" dt="2026-07-10T18:50:45.142" v="6778" actId="948"/>
          <ac:spMkLst>
            <pc:docMk/>
            <pc:sldMk cId="3686196024" sldId="260"/>
            <ac:spMk id="27" creationId="{D4CF8A5C-EA67-DFCC-1D53-44C4A329BED9}"/>
          </ac:spMkLst>
        </pc:spChg>
        <pc:spChg chg="add mod">
          <ac:chgData name="Babar HUSSAIN" userId="3c08c949-b6b6-4802-ab4f-9bcf79801f46" providerId="ADAL" clId="{80919996-0F21-47E9-8054-C661DDF69D4D}" dt="2026-07-10T18:50:45.308" v="6790" actId="948"/>
          <ac:spMkLst>
            <pc:docMk/>
            <pc:sldMk cId="3686196024" sldId="260"/>
            <ac:spMk id="28" creationId="{9807CC0A-0D10-4436-EBDB-1BC4A6023908}"/>
          </ac:spMkLst>
        </pc:spChg>
        <pc:cxnChg chg="add mod">
          <ac:chgData name="Babar HUSSAIN" userId="3c08c949-b6b6-4802-ab4f-9bcf79801f46" providerId="ADAL" clId="{80919996-0F21-47E9-8054-C661DDF69D4D}" dt="2026-07-10T18:50:42.895" v="6572" actId="1582"/>
          <ac:cxnSpMkLst>
            <pc:docMk/>
            <pc:sldMk cId="3686196024" sldId="260"/>
            <ac:cxnSpMk id="6" creationId="{8A406A83-9A93-16F1-2272-096B25191DCB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45:56.894" v="4210" actId="2696"/>
        <pc:sldMkLst>
          <pc:docMk/>
          <pc:sldMk cId="3873196928" sldId="260"/>
        </pc:sldMkLst>
        <pc:spChg chg="add mod">
          <ac:chgData name="Babar HUSSAIN" userId="3c08c949-b6b6-4802-ab4f-9bcf79801f46" providerId="ADAL" clId="{80919996-0F21-47E9-8054-C661DDF69D4D}" dt="2026-07-10T18:39:59.345" v="3761" actId="948"/>
          <ac:spMkLst>
            <pc:docMk/>
            <pc:sldMk cId="3873196928" sldId="260"/>
            <ac:spMk id="2" creationId="{2BB49454-313F-CF44-3994-7AF235EFAEDC}"/>
          </ac:spMkLst>
        </pc:spChg>
        <pc:spChg chg="add mod">
          <ac:chgData name="Babar HUSSAIN" userId="3c08c949-b6b6-4802-ab4f-9bcf79801f46" providerId="ADAL" clId="{80919996-0F21-47E9-8054-C661DDF69D4D}" dt="2026-07-10T18:39:59.435" v="3773" actId="948"/>
          <ac:spMkLst>
            <pc:docMk/>
            <pc:sldMk cId="3873196928" sldId="260"/>
            <ac:spMk id="3" creationId="{0C57A39A-7974-76C5-D93A-93F576649063}"/>
          </ac:spMkLst>
        </pc:spChg>
        <pc:spChg chg="add mod">
          <ac:chgData name="Babar HUSSAIN" userId="3c08c949-b6b6-4802-ab4f-9bcf79801f46" providerId="ADAL" clId="{80919996-0F21-47E9-8054-C661DDF69D4D}" dt="2026-07-10T18:39:59.547" v="3785" actId="948"/>
          <ac:spMkLst>
            <pc:docMk/>
            <pc:sldMk cId="3873196928" sldId="260"/>
            <ac:spMk id="4" creationId="{356D5295-9E61-4450-D036-15BCDB89DAF4}"/>
          </ac:spMkLst>
        </pc:spChg>
        <pc:spChg chg="add mod">
          <ac:chgData name="Babar HUSSAIN" userId="3c08c949-b6b6-4802-ab4f-9bcf79801f46" providerId="ADAL" clId="{80919996-0F21-47E9-8054-C661DDF69D4D}" dt="2026-07-10T18:39:59.631" v="3799" actId="948"/>
          <ac:spMkLst>
            <pc:docMk/>
            <pc:sldMk cId="3873196928" sldId="260"/>
            <ac:spMk id="6" creationId="{7055F06D-52D1-0D8D-3EC3-DB32B58DC14C}"/>
          </ac:spMkLst>
        </pc:spChg>
        <pc:spChg chg="add mod">
          <ac:chgData name="Babar HUSSAIN" userId="3c08c949-b6b6-4802-ab4f-9bcf79801f46" providerId="ADAL" clId="{80919996-0F21-47E9-8054-C661DDF69D4D}" dt="2026-07-10T18:39:59.726" v="3810" actId="948"/>
          <ac:spMkLst>
            <pc:docMk/>
            <pc:sldMk cId="3873196928" sldId="260"/>
            <ac:spMk id="7" creationId="{37B9F88E-575B-84C9-11E0-527F27E497AC}"/>
          </ac:spMkLst>
        </pc:spChg>
        <pc:spChg chg="add mod">
          <ac:chgData name="Babar HUSSAIN" userId="3c08c949-b6b6-4802-ab4f-9bcf79801f46" providerId="ADAL" clId="{80919996-0F21-47E9-8054-C661DDF69D4D}" dt="2026-07-10T18:39:59.799" v="3814" actId="1582"/>
          <ac:spMkLst>
            <pc:docMk/>
            <pc:sldMk cId="3873196928" sldId="260"/>
            <ac:spMk id="8" creationId="{8D02BAFE-DEBF-F9E0-9DBD-C5A6C1735FF0}"/>
          </ac:spMkLst>
        </pc:spChg>
        <pc:spChg chg="add mod">
          <ac:chgData name="Babar HUSSAIN" userId="3c08c949-b6b6-4802-ab4f-9bcf79801f46" providerId="ADAL" clId="{80919996-0F21-47E9-8054-C661DDF69D4D}" dt="2026-07-10T18:39:59.823" v="3817"/>
          <ac:spMkLst>
            <pc:docMk/>
            <pc:sldMk cId="3873196928" sldId="260"/>
            <ac:spMk id="9" creationId="{E2B61B5B-B391-6457-A29D-FBBE90B77F01}"/>
          </ac:spMkLst>
        </pc:spChg>
        <pc:spChg chg="add mod">
          <ac:chgData name="Babar HUSSAIN" userId="3c08c949-b6b6-4802-ab4f-9bcf79801f46" providerId="ADAL" clId="{80919996-0F21-47E9-8054-C661DDF69D4D}" dt="2026-07-10T18:39:59.934" v="3829" actId="948"/>
          <ac:spMkLst>
            <pc:docMk/>
            <pc:sldMk cId="3873196928" sldId="260"/>
            <ac:spMk id="10" creationId="{66280731-6C08-A6C7-E0EE-5E3DF5274BD1}"/>
          </ac:spMkLst>
        </pc:spChg>
        <pc:spChg chg="add mod">
          <ac:chgData name="Babar HUSSAIN" userId="3c08c949-b6b6-4802-ab4f-9bcf79801f46" providerId="ADAL" clId="{80919996-0F21-47E9-8054-C661DDF69D4D}" dt="2026-07-10T18:40:00.090" v="3840" actId="948"/>
          <ac:spMkLst>
            <pc:docMk/>
            <pc:sldMk cId="3873196928" sldId="260"/>
            <ac:spMk id="11" creationId="{D2FF4271-0E58-65EB-C3C2-1B03AAA8BEA3}"/>
          </ac:spMkLst>
        </pc:spChg>
        <pc:spChg chg="add mod">
          <ac:chgData name="Babar HUSSAIN" userId="3c08c949-b6b6-4802-ab4f-9bcf79801f46" providerId="ADAL" clId="{80919996-0F21-47E9-8054-C661DDF69D4D}" dt="2026-07-10T18:40:00.133" v="3844" actId="1582"/>
          <ac:spMkLst>
            <pc:docMk/>
            <pc:sldMk cId="3873196928" sldId="260"/>
            <ac:spMk id="12" creationId="{210B4898-A3E7-27C0-589A-FECFA7259015}"/>
          </ac:spMkLst>
        </pc:spChg>
        <pc:spChg chg="add mod">
          <ac:chgData name="Babar HUSSAIN" userId="3c08c949-b6b6-4802-ab4f-9bcf79801f46" providerId="ADAL" clId="{80919996-0F21-47E9-8054-C661DDF69D4D}" dt="2026-07-10T18:40:00.165" v="3847"/>
          <ac:spMkLst>
            <pc:docMk/>
            <pc:sldMk cId="3873196928" sldId="260"/>
            <ac:spMk id="13" creationId="{06655DBE-950E-15C3-F6E1-FD5D3B61FA9E}"/>
          </ac:spMkLst>
        </pc:spChg>
        <pc:spChg chg="add mod">
          <ac:chgData name="Babar HUSSAIN" userId="3c08c949-b6b6-4802-ab4f-9bcf79801f46" providerId="ADAL" clId="{80919996-0F21-47E9-8054-C661DDF69D4D}" dt="2026-07-10T18:40:00.291" v="3859" actId="948"/>
          <ac:spMkLst>
            <pc:docMk/>
            <pc:sldMk cId="3873196928" sldId="260"/>
            <ac:spMk id="14" creationId="{D001CFC0-8AD2-A991-CB1C-8A53B53443E5}"/>
          </ac:spMkLst>
        </pc:spChg>
        <pc:spChg chg="add mod">
          <ac:chgData name="Babar HUSSAIN" userId="3c08c949-b6b6-4802-ab4f-9bcf79801f46" providerId="ADAL" clId="{80919996-0F21-47E9-8054-C661DDF69D4D}" dt="2026-07-10T18:40:00.482" v="3870" actId="948"/>
          <ac:spMkLst>
            <pc:docMk/>
            <pc:sldMk cId="3873196928" sldId="260"/>
            <ac:spMk id="15" creationId="{A14B629E-C8FB-29E3-8804-8B10F825A56A}"/>
          </ac:spMkLst>
        </pc:spChg>
        <pc:spChg chg="add mod">
          <ac:chgData name="Babar HUSSAIN" userId="3c08c949-b6b6-4802-ab4f-9bcf79801f46" providerId="ADAL" clId="{80919996-0F21-47E9-8054-C661DDF69D4D}" dt="2026-07-10T18:40:00.526" v="3874" actId="1582"/>
          <ac:spMkLst>
            <pc:docMk/>
            <pc:sldMk cId="3873196928" sldId="260"/>
            <ac:spMk id="16" creationId="{A55F41D9-079C-4C8C-95B7-CF0BB68919C0}"/>
          </ac:spMkLst>
        </pc:spChg>
        <pc:spChg chg="add mod">
          <ac:chgData name="Babar HUSSAIN" userId="3c08c949-b6b6-4802-ab4f-9bcf79801f46" providerId="ADAL" clId="{80919996-0F21-47E9-8054-C661DDF69D4D}" dt="2026-07-10T18:40:00.553" v="3877"/>
          <ac:spMkLst>
            <pc:docMk/>
            <pc:sldMk cId="3873196928" sldId="260"/>
            <ac:spMk id="17" creationId="{69DB41AA-40AD-DF5A-A00D-80E62B87497F}"/>
          </ac:spMkLst>
        </pc:spChg>
        <pc:spChg chg="add mod">
          <ac:chgData name="Babar HUSSAIN" userId="3c08c949-b6b6-4802-ab4f-9bcf79801f46" providerId="ADAL" clId="{80919996-0F21-47E9-8054-C661DDF69D4D}" dt="2026-07-10T18:40:00.733" v="3889" actId="948"/>
          <ac:spMkLst>
            <pc:docMk/>
            <pc:sldMk cId="3873196928" sldId="260"/>
            <ac:spMk id="18" creationId="{6AC4EEB4-D687-EE1E-D3B2-B82D7D5FEA7A}"/>
          </ac:spMkLst>
        </pc:spChg>
        <pc:spChg chg="add mod">
          <ac:chgData name="Babar HUSSAIN" userId="3c08c949-b6b6-4802-ab4f-9bcf79801f46" providerId="ADAL" clId="{80919996-0F21-47E9-8054-C661DDF69D4D}" dt="2026-07-10T18:40:00.857" v="3900" actId="948"/>
          <ac:spMkLst>
            <pc:docMk/>
            <pc:sldMk cId="3873196928" sldId="260"/>
            <ac:spMk id="19" creationId="{395076A8-FF0B-4EB7-D9B8-CD5DD57BBCE4}"/>
          </ac:spMkLst>
        </pc:spChg>
        <pc:spChg chg="add mod">
          <ac:chgData name="Babar HUSSAIN" userId="3c08c949-b6b6-4802-ab4f-9bcf79801f46" providerId="ADAL" clId="{80919996-0F21-47E9-8054-C661DDF69D4D}" dt="2026-07-10T18:40:00.952" v="3904" actId="1582"/>
          <ac:spMkLst>
            <pc:docMk/>
            <pc:sldMk cId="3873196928" sldId="260"/>
            <ac:spMk id="20" creationId="{7CBFE7D0-07AB-74DF-45B8-B6BAC759E1DB}"/>
          </ac:spMkLst>
        </pc:spChg>
        <pc:spChg chg="add mod">
          <ac:chgData name="Babar HUSSAIN" userId="3c08c949-b6b6-4802-ab4f-9bcf79801f46" providerId="ADAL" clId="{80919996-0F21-47E9-8054-C661DDF69D4D}" dt="2026-07-10T18:40:01.014" v="3908" actId="1582"/>
          <ac:spMkLst>
            <pc:docMk/>
            <pc:sldMk cId="3873196928" sldId="260"/>
            <ac:spMk id="21" creationId="{9BB68CD1-5436-19FC-D208-A8A059230EBB}"/>
          </ac:spMkLst>
        </pc:spChg>
        <pc:spChg chg="add mod">
          <ac:chgData name="Babar HUSSAIN" userId="3c08c949-b6b6-4802-ab4f-9bcf79801f46" providerId="ADAL" clId="{80919996-0F21-47E9-8054-C661DDF69D4D}" dt="2026-07-10T18:40:01.058" v="3912" actId="1582"/>
          <ac:spMkLst>
            <pc:docMk/>
            <pc:sldMk cId="3873196928" sldId="260"/>
            <ac:spMk id="22" creationId="{E72A10A4-1B66-C607-664D-B19FEA621C42}"/>
          </ac:spMkLst>
        </pc:spChg>
        <pc:spChg chg="add mod">
          <ac:chgData name="Babar HUSSAIN" userId="3c08c949-b6b6-4802-ab4f-9bcf79801f46" providerId="ADAL" clId="{80919996-0F21-47E9-8054-C661DDF69D4D}" dt="2026-07-10T18:40:01.105" v="3916" actId="1582"/>
          <ac:spMkLst>
            <pc:docMk/>
            <pc:sldMk cId="3873196928" sldId="260"/>
            <ac:spMk id="23" creationId="{57D54DF8-2980-6408-B614-741817310B65}"/>
          </ac:spMkLst>
        </pc:spChg>
        <pc:spChg chg="add mod">
          <ac:chgData name="Babar HUSSAIN" userId="3c08c949-b6b6-4802-ab4f-9bcf79801f46" providerId="ADAL" clId="{80919996-0F21-47E9-8054-C661DDF69D4D}" dt="2026-07-10T18:40:01.569" v="3920" actId="1582"/>
          <ac:spMkLst>
            <pc:docMk/>
            <pc:sldMk cId="3873196928" sldId="260"/>
            <ac:spMk id="24" creationId="{93B531AC-767F-7C0B-9F52-78BE05B2B441}"/>
          </ac:spMkLst>
        </pc:spChg>
        <pc:spChg chg="add mod">
          <ac:chgData name="Babar HUSSAIN" userId="3c08c949-b6b6-4802-ab4f-9bcf79801f46" providerId="ADAL" clId="{80919996-0F21-47E9-8054-C661DDF69D4D}" dt="2026-07-10T18:40:01.625" v="3924" actId="1582"/>
          <ac:spMkLst>
            <pc:docMk/>
            <pc:sldMk cId="3873196928" sldId="260"/>
            <ac:spMk id="25" creationId="{963B895C-B857-F90F-088E-DBF9FCBD0DE9}"/>
          </ac:spMkLst>
        </pc:spChg>
        <pc:spChg chg="add mod">
          <ac:chgData name="Babar HUSSAIN" userId="3c08c949-b6b6-4802-ab4f-9bcf79801f46" providerId="ADAL" clId="{80919996-0F21-47E9-8054-C661DDF69D4D}" dt="2026-07-10T18:40:01.664" v="3928" actId="1582"/>
          <ac:spMkLst>
            <pc:docMk/>
            <pc:sldMk cId="3873196928" sldId="260"/>
            <ac:spMk id="26" creationId="{63CCFE50-4615-80B6-0F58-F85035E684B7}"/>
          </ac:spMkLst>
        </pc:spChg>
        <pc:spChg chg="add mod">
          <ac:chgData name="Babar HUSSAIN" userId="3c08c949-b6b6-4802-ab4f-9bcf79801f46" providerId="ADAL" clId="{80919996-0F21-47E9-8054-C661DDF69D4D}" dt="2026-07-10T18:40:01.705" v="3932" actId="1582"/>
          <ac:spMkLst>
            <pc:docMk/>
            <pc:sldMk cId="3873196928" sldId="260"/>
            <ac:spMk id="27" creationId="{CAD27D6D-F54A-92A7-F9E1-5D829081DBE0}"/>
          </ac:spMkLst>
        </pc:spChg>
        <pc:spChg chg="add mod">
          <ac:chgData name="Babar HUSSAIN" userId="3c08c949-b6b6-4802-ab4f-9bcf79801f46" providerId="ADAL" clId="{80919996-0F21-47E9-8054-C661DDF69D4D}" dt="2026-07-10T18:40:01.740" v="3936" actId="1582"/>
          <ac:spMkLst>
            <pc:docMk/>
            <pc:sldMk cId="3873196928" sldId="260"/>
            <ac:spMk id="28" creationId="{44150C13-A114-DBD7-DCA4-7AFE4AF52EEB}"/>
          </ac:spMkLst>
        </pc:spChg>
        <pc:spChg chg="add mod">
          <ac:chgData name="Babar HUSSAIN" userId="3c08c949-b6b6-4802-ab4f-9bcf79801f46" providerId="ADAL" clId="{80919996-0F21-47E9-8054-C661DDF69D4D}" dt="2026-07-10T18:40:01.777" v="3940" actId="1582"/>
          <ac:spMkLst>
            <pc:docMk/>
            <pc:sldMk cId="3873196928" sldId="260"/>
            <ac:spMk id="29" creationId="{4E04E87C-387D-BAC7-3C6F-FD1132097A97}"/>
          </ac:spMkLst>
        </pc:spChg>
        <pc:spChg chg="add mod">
          <ac:chgData name="Babar HUSSAIN" userId="3c08c949-b6b6-4802-ab4f-9bcf79801f46" providerId="ADAL" clId="{80919996-0F21-47E9-8054-C661DDF69D4D}" dt="2026-07-10T18:40:01.876" v="3944" actId="1582"/>
          <ac:spMkLst>
            <pc:docMk/>
            <pc:sldMk cId="3873196928" sldId="260"/>
            <ac:spMk id="30" creationId="{5350D7BD-7473-9B3F-3154-70F2956342AC}"/>
          </ac:spMkLst>
        </pc:spChg>
        <pc:spChg chg="add mod">
          <ac:chgData name="Babar HUSSAIN" userId="3c08c949-b6b6-4802-ab4f-9bcf79801f46" providerId="ADAL" clId="{80919996-0F21-47E9-8054-C661DDF69D4D}" dt="2026-07-10T18:40:01.917" v="3948" actId="1582"/>
          <ac:spMkLst>
            <pc:docMk/>
            <pc:sldMk cId="3873196928" sldId="260"/>
            <ac:spMk id="31" creationId="{5A6B4497-4946-2632-2765-6E45BA996301}"/>
          </ac:spMkLst>
        </pc:spChg>
        <pc:spChg chg="add mod">
          <ac:chgData name="Babar HUSSAIN" userId="3c08c949-b6b6-4802-ab4f-9bcf79801f46" providerId="ADAL" clId="{80919996-0F21-47E9-8054-C661DDF69D4D}" dt="2026-07-10T18:40:01.958" v="3952" actId="1582"/>
          <ac:spMkLst>
            <pc:docMk/>
            <pc:sldMk cId="3873196928" sldId="260"/>
            <ac:spMk id="32" creationId="{661F987F-7498-031B-6DF9-C1F85E74AC12}"/>
          </ac:spMkLst>
        </pc:spChg>
        <pc:spChg chg="add mod">
          <ac:chgData name="Babar HUSSAIN" userId="3c08c949-b6b6-4802-ab4f-9bcf79801f46" providerId="ADAL" clId="{80919996-0F21-47E9-8054-C661DDF69D4D}" dt="2026-07-10T18:40:01.998" v="3956" actId="1582"/>
          <ac:spMkLst>
            <pc:docMk/>
            <pc:sldMk cId="3873196928" sldId="260"/>
            <ac:spMk id="33" creationId="{F9DE033E-9DB3-3C4E-67E4-F1734106CCAF}"/>
          </ac:spMkLst>
        </pc:spChg>
        <pc:spChg chg="add mod">
          <ac:chgData name="Babar HUSSAIN" userId="3c08c949-b6b6-4802-ab4f-9bcf79801f46" providerId="ADAL" clId="{80919996-0F21-47E9-8054-C661DDF69D4D}" dt="2026-07-10T18:40:02.045" v="3960" actId="1582"/>
          <ac:spMkLst>
            <pc:docMk/>
            <pc:sldMk cId="3873196928" sldId="260"/>
            <ac:spMk id="34" creationId="{9790BB51-2B73-A826-F33D-95FEF73EF25D}"/>
          </ac:spMkLst>
        </pc:spChg>
        <pc:spChg chg="add mod">
          <ac:chgData name="Babar HUSSAIN" userId="3c08c949-b6b6-4802-ab4f-9bcf79801f46" providerId="ADAL" clId="{80919996-0F21-47E9-8054-C661DDF69D4D}" dt="2026-07-10T18:40:02.113" v="3964" actId="1582"/>
          <ac:spMkLst>
            <pc:docMk/>
            <pc:sldMk cId="3873196928" sldId="260"/>
            <ac:spMk id="35" creationId="{D62C5980-EE7E-E2EA-C486-BF9C7F91B7FA}"/>
          </ac:spMkLst>
        </pc:spChg>
        <pc:spChg chg="add mod">
          <ac:chgData name="Babar HUSSAIN" userId="3c08c949-b6b6-4802-ab4f-9bcf79801f46" providerId="ADAL" clId="{80919996-0F21-47E9-8054-C661DDF69D4D}" dt="2026-07-10T18:40:02.194" v="3968" actId="1582"/>
          <ac:spMkLst>
            <pc:docMk/>
            <pc:sldMk cId="3873196928" sldId="260"/>
            <ac:spMk id="36" creationId="{7C82F9EA-48B7-11AB-AA5C-ACBC99247D58}"/>
          </ac:spMkLst>
        </pc:spChg>
        <pc:spChg chg="add mod">
          <ac:chgData name="Babar HUSSAIN" userId="3c08c949-b6b6-4802-ab4f-9bcf79801f46" providerId="ADAL" clId="{80919996-0F21-47E9-8054-C661DDF69D4D}" dt="2026-07-10T18:40:02.465" v="3980" actId="948"/>
          <ac:spMkLst>
            <pc:docMk/>
            <pc:sldMk cId="3873196928" sldId="260"/>
            <ac:spMk id="37" creationId="{FD390C56-0470-09CB-1D10-B484F8DAB4D5}"/>
          </ac:spMkLst>
        </pc:spChg>
        <pc:spChg chg="add mod">
          <ac:chgData name="Babar HUSSAIN" userId="3c08c949-b6b6-4802-ab4f-9bcf79801f46" providerId="ADAL" clId="{80919996-0F21-47E9-8054-C661DDF69D4D}" dt="2026-07-10T18:40:02.647" v="3992" actId="948"/>
          <ac:spMkLst>
            <pc:docMk/>
            <pc:sldMk cId="3873196928" sldId="260"/>
            <ac:spMk id="38" creationId="{798D8211-7AF0-B06E-DBC9-6CE7599728E3}"/>
          </ac:spMkLst>
        </pc:spChg>
        <pc:spChg chg="add mod">
          <ac:chgData name="Babar HUSSAIN" userId="3c08c949-b6b6-4802-ab4f-9bcf79801f46" providerId="ADAL" clId="{80919996-0F21-47E9-8054-C661DDF69D4D}" dt="2026-07-10T18:40:02.824" v="4003" actId="948"/>
          <ac:spMkLst>
            <pc:docMk/>
            <pc:sldMk cId="3873196928" sldId="260"/>
            <ac:spMk id="39" creationId="{01B7D4B9-2177-1426-9FC2-67C20BB5B4CE}"/>
          </ac:spMkLst>
        </pc:spChg>
        <pc:cxnChg chg="add mod">
          <ac:chgData name="Babar HUSSAIN" userId="3c08c949-b6b6-4802-ab4f-9bcf79801f46" providerId="ADAL" clId="{80919996-0F21-47E9-8054-C661DDF69D4D}" dt="2026-07-10T18:39:59.563" v="3788" actId="1582"/>
          <ac:cxnSpMkLst>
            <pc:docMk/>
            <pc:sldMk cId="3873196928" sldId="260"/>
            <ac:cxnSpMk id="5" creationId="{A0970C9D-6CEF-3231-BA0F-06445599EFA8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03:51.187" v="1188" actId="2696"/>
        <pc:sldMkLst>
          <pc:docMk/>
          <pc:sldMk cId="4141154084" sldId="260"/>
        </pc:sldMkLst>
        <pc:spChg chg="add mod">
          <ac:chgData name="Babar HUSSAIN" userId="3c08c949-b6b6-4802-ab4f-9bcf79801f46" providerId="ADAL" clId="{80919996-0F21-47E9-8054-C661DDF69D4D}" dt="2026-07-10T17:59:09.334" v="885" actId="948"/>
          <ac:spMkLst>
            <pc:docMk/>
            <pc:sldMk cId="4141154084" sldId="260"/>
            <ac:spMk id="2" creationId="{7C7147C6-9C84-72C0-BE87-A4F2FBD87120}"/>
          </ac:spMkLst>
        </pc:spChg>
        <pc:spChg chg="add mod">
          <ac:chgData name="Babar HUSSAIN" userId="3c08c949-b6b6-4802-ab4f-9bcf79801f46" providerId="ADAL" clId="{80919996-0F21-47E9-8054-C661DDF69D4D}" dt="2026-07-10T17:59:09.447" v="897" actId="948"/>
          <ac:spMkLst>
            <pc:docMk/>
            <pc:sldMk cId="4141154084" sldId="260"/>
            <ac:spMk id="3" creationId="{D6738DF2-FD76-2E7D-D557-305E16E97F50}"/>
          </ac:spMkLst>
        </pc:spChg>
        <pc:spChg chg="add mod">
          <ac:chgData name="Babar HUSSAIN" userId="3c08c949-b6b6-4802-ab4f-9bcf79801f46" providerId="ADAL" clId="{80919996-0F21-47E9-8054-C661DDF69D4D}" dt="2026-07-10T17:59:09.558" v="909" actId="948"/>
          <ac:spMkLst>
            <pc:docMk/>
            <pc:sldMk cId="4141154084" sldId="260"/>
            <ac:spMk id="4" creationId="{C5F023AE-3D37-7EDB-1ED9-517715AC82CB}"/>
          </ac:spMkLst>
        </pc:spChg>
        <pc:spChg chg="add mod">
          <ac:chgData name="Babar HUSSAIN" userId="3c08c949-b6b6-4802-ab4f-9bcf79801f46" providerId="ADAL" clId="{80919996-0F21-47E9-8054-C661DDF69D4D}" dt="2026-07-10T17:59:09.795" v="924" actId="948"/>
          <ac:spMkLst>
            <pc:docMk/>
            <pc:sldMk cId="4141154084" sldId="260"/>
            <ac:spMk id="6" creationId="{A22DB7CF-DC8E-3D5C-00BF-CFADE103DBAE}"/>
          </ac:spMkLst>
        </pc:spChg>
        <pc:spChg chg="add mod">
          <ac:chgData name="Babar HUSSAIN" userId="3c08c949-b6b6-4802-ab4f-9bcf79801f46" providerId="ADAL" clId="{80919996-0F21-47E9-8054-C661DDF69D4D}" dt="2026-07-10T17:59:12.880" v="1085" actId="207"/>
          <ac:spMkLst>
            <pc:docMk/>
            <pc:sldMk cId="4141154084" sldId="260"/>
            <ac:spMk id="8" creationId="{A6A415DB-6F10-2D42-E1B5-7FA971A181EE}"/>
          </ac:spMkLst>
        </pc:spChg>
        <pc:spChg chg="add mod">
          <ac:chgData name="Babar HUSSAIN" userId="3c08c949-b6b6-4802-ab4f-9bcf79801f46" providerId="ADAL" clId="{80919996-0F21-47E9-8054-C661DDF69D4D}" dt="2026-07-10T17:59:12.666" v="1074"/>
          <ac:spMkLst>
            <pc:docMk/>
            <pc:sldMk cId="4141154084" sldId="260"/>
            <ac:spMk id="9" creationId="{4102B062-C0AD-000A-51A7-1BA3BE9B8FC5}"/>
          </ac:spMkLst>
        </pc:spChg>
        <pc:spChg chg="add mod">
          <ac:chgData name="Babar HUSSAIN" userId="3c08c949-b6b6-4802-ab4f-9bcf79801f46" providerId="ADAL" clId="{80919996-0F21-47E9-8054-C661DDF69D4D}" dt="2026-07-10T17:59:13.198" v="1103" actId="207"/>
          <ac:spMkLst>
            <pc:docMk/>
            <pc:sldMk cId="4141154084" sldId="260"/>
            <ac:spMk id="10" creationId="{39DD1B53-CA52-9315-FD33-E0450CF46BA4}"/>
          </ac:spMkLst>
        </pc:spChg>
        <pc:spChg chg="add mod">
          <ac:chgData name="Babar HUSSAIN" userId="3c08c949-b6b6-4802-ab4f-9bcf79801f46" providerId="ADAL" clId="{80919996-0F21-47E9-8054-C661DDF69D4D}" dt="2026-07-10T17:59:12.954" v="1092"/>
          <ac:spMkLst>
            <pc:docMk/>
            <pc:sldMk cId="4141154084" sldId="260"/>
            <ac:spMk id="11" creationId="{E8AE72AE-1BE4-44D6-536D-6C59133BB782}"/>
          </ac:spMkLst>
        </pc:spChg>
        <pc:spChg chg="add mod">
          <ac:chgData name="Babar HUSSAIN" userId="3c08c949-b6b6-4802-ab4f-9bcf79801f46" providerId="ADAL" clId="{80919996-0F21-47E9-8054-C661DDF69D4D}" dt="2026-07-10T17:59:13.483" v="1121" actId="207"/>
          <ac:spMkLst>
            <pc:docMk/>
            <pc:sldMk cId="4141154084" sldId="260"/>
            <ac:spMk id="12" creationId="{893A17CD-3C80-B48D-70CB-63D5659875A9}"/>
          </ac:spMkLst>
        </pc:spChg>
        <pc:spChg chg="add mod">
          <ac:chgData name="Babar HUSSAIN" userId="3c08c949-b6b6-4802-ab4f-9bcf79801f46" providerId="ADAL" clId="{80919996-0F21-47E9-8054-C661DDF69D4D}" dt="2026-07-10T17:59:13.264" v="1110"/>
          <ac:spMkLst>
            <pc:docMk/>
            <pc:sldMk cId="4141154084" sldId="260"/>
            <ac:spMk id="13" creationId="{114A6D5C-0A17-FFEF-8AAD-A5DCAAF025D7}"/>
          </ac:spMkLst>
        </pc:spChg>
        <pc:spChg chg="add mod">
          <ac:chgData name="Babar HUSSAIN" userId="3c08c949-b6b6-4802-ab4f-9bcf79801f46" providerId="ADAL" clId="{80919996-0F21-47E9-8054-C661DDF69D4D}" dt="2026-07-10T17:59:14.644" v="1181" actId="948"/>
          <ac:spMkLst>
            <pc:docMk/>
            <pc:sldMk cId="4141154084" sldId="260"/>
            <ac:spMk id="14" creationId="{56DB86E3-36E6-4719-DECB-313BD761DD0E}"/>
          </ac:spMkLst>
        </pc:spChg>
        <pc:graphicFrameChg chg="add mod modGraphic">
          <ac:chgData name="Babar HUSSAIN" userId="3c08c949-b6b6-4802-ab4f-9bcf79801f46" providerId="ADAL" clId="{80919996-0F21-47E9-8054-C661DDF69D4D}" dt="2026-07-10T17:59:12.600" v="1067" actId="207"/>
          <ac:graphicFrameMkLst>
            <pc:docMk/>
            <pc:sldMk cId="4141154084" sldId="260"/>
            <ac:graphicFrameMk id="7" creationId="{19E21878-F7DA-8A69-AE11-783B871C0BE8}"/>
          </ac:graphicFrameMkLst>
        </pc:graphicFrameChg>
        <pc:cxnChg chg="add mod">
          <ac:chgData name="Babar HUSSAIN" userId="3c08c949-b6b6-4802-ab4f-9bcf79801f46" providerId="ADAL" clId="{80919996-0F21-47E9-8054-C661DDF69D4D}" dt="2026-07-10T17:59:09.634" v="912" actId="1582"/>
          <ac:cxnSpMkLst>
            <pc:docMk/>
            <pc:sldMk cId="4141154084" sldId="260"/>
            <ac:cxnSpMk id="5" creationId="{4B71A67F-6736-2676-4EC4-717C39B69CA0}"/>
          </ac:cxnSpMkLst>
        </pc:cxnChg>
      </pc:sldChg>
      <pc:sldChg chg="addSp modSp add mod setBg">
        <pc:chgData name="Babar HUSSAIN" userId="3c08c949-b6b6-4802-ab4f-9bcf79801f46" providerId="ADAL" clId="{80919996-0F21-47E9-8054-C661DDF69D4D}" dt="2026-07-10T18:50:47.754" v="6995" actId="948"/>
        <pc:sldMkLst>
          <pc:docMk/>
          <pc:sldMk cId="513242787" sldId="261"/>
        </pc:sldMkLst>
        <pc:spChg chg="add mod">
          <ac:chgData name="Babar HUSSAIN" userId="3c08c949-b6b6-4802-ab4f-9bcf79801f46" providerId="ADAL" clId="{80919996-0F21-47E9-8054-C661DDF69D4D}" dt="2026-07-10T18:50:45.507" v="6805" actId="948"/>
          <ac:spMkLst>
            <pc:docMk/>
            <pc:sldMk cId="513242787" sldId="261"/>
            <ac:spMk id="2" creationId="{0349D297-F823-D1AA-08F0-550AA49D27B6}"/>
          </ac:spMkLst>
        </pc:spChg>
        <pc:spChg chg="add mod">
          <ac:chgData name="Babar HUSSAIN" userId="3c08c949-b6b6-4802-ab4f-9bcf79801f46" providerId="ADAL" clId="{80919996-0F21-47E9-8054-C661DDF69D4D}" dt="2026-07-10T18:50:45.679" v="6817" actId="948"/>
          <ac:spMkLst>
            <pc:docMk/>
            <pc:sldMk cId="513242787" sldId="261"/>
            <ac:spMk id="3" creationId="{20EFBDA9-5306-87C9-3DE7-2A27E9834AFA}"/>
          </ac:spMkLst>
        </pc:spChg>
        <pc:spChg chg="add mod">
          <ac:chgData name="Babar HUSSAIN" userId="3c08c949-b6b6-4802-ab4f-9bcf79801f46" providerId="ADAL" clId="{80919996-0F21-47E9-8054-C661DDF69D4D}" dt="2026-07-10T18:50:45.826" v="6828" actId="948"/>
          <ac:spMkLst>
            <pc:docMk/>
            <pc:sldMk cId="513242787" sldId="261"/>
            <ac:spMk id="4" creationId="{8A805899-48EB-8B9F-3BBD-CB82AD592971}"/>
          </ac:spMkLst>
        </pc:spChg>
        <pc:spChg chg="add mod">
          <ac:chgData name="Babar HUSSAIN" userId="3c08c949-b6b6-4802-ab4f-9bcf79801f46" providerId="ADAL" clId="{80919996-0F21-47E9-8054-C661DDF69D4D}" dt="2026-07-10T18:50:45.995" v="6840" actId="948"/>
          <ac:spMkLst>
            <pc:docMk/>
            <pc:sldMk cId="513242787" sldId="261"/>
            <ac:spMk id="5" creationId="{D1533DA8-F679-C195-B52F-C11391BAA9EA}"/>
          </ac:spMkLst>
        </pc:spChg>
        <pc:spChg chg="add mod">
          <ac:chgData name="Babar HUSSAIN" userId="3c08c949-b6b6-4802-ab4f-9bcf79801f46" providerId="ADAL" clId="{80919996-0F21-47E9-8054-C661DDF69D4D}" dt="2026-07-10T18:50:46.141" v="6854" actId="948"/>
          <ac:spMkLst>
            <pc:docMk/>
            <pc:sldMk cId="513242787" sldId="261"/>
            <ac:spMk id="7" creationId="{CBB61C03-586E-AA67-638F-1EA133A7919D}"/>
          </ac:spMkLst>
        </pc:spChg>
        <pc:spChg chg="add mod">
          <ac:chgData name="Babar HUSSAIN" userId="3c08c949-b6b6-4802-ab4f-9bcf79801f46" providerId="ADAL" clId="{80919996-0F21-47E9-8054-C661DDF69D4D}" dt="2026-07-10T18:50:46.250" v="6858" actId="1582"/>
          <ac:spMkLst>
            <pc:docMk/>
            <pc:sldMk cId="513242787" sldId="261"/>
            <ac:spMk id="8" creationId="{1F02B873-CF5A-15AF-988D-87C2D68510FD}"/>
          </ac:spMkLst>
        </pc:spChg>
        <pc:spChg chg="add mod">
          <ac:chgData name="Babar HUSSAIN" userId="3c08c949-b6b6-4802-ab4f-9bcf79801f46" providerId="ADAL" clId="{80919996-0F21-47E9-8054-C661DDF69D4D}" dt="2026-07-10T18:50:46.286" v="6861"/>
          <ac:spMkLst>
            <pc:docMk/>
            <pc:sldMk cId="513242787" sldId="261"/>
            <ac:spMk id="9" creationId="{411B429C-30FD-3CCA-79D8-54D869D8D3CD}"/>
          </ac:spMkLst>
        </pc:spChg>
        <pc:spChg chg="add mod">
          <ac:chgData name="Babar HUSSAIN" userId="3c08c949-b6b6-4802-ab4f-9bcf79801f46" providerId="ADAL" clId="{80919996-0F21-47E9-8054-C661DDF69D4D}" dt="2026-07-10T18:50:46.426" v="6873" actId="948"/>
          <ac:spMkLst>
            <pc:docMk/>
            <pc:sldMk cId="513242787" sldId="261"/>
            <ac:spMk id="10" creationId="{DC322840-9A0B-0A47-D286-FBF19421415A}"/>
          </ac:spMkLst>
        </pc:spChg>
        <pc:spChg chg="add mod">
          <ac:chgData name="Babar HUSSAIN" userId="3c08c949-b6b6-4802-ab4f-9bcf79801f46" providerId="ADAL" clId="{80919996-0F21-47E9-8054-C661DDF69D4D}" dt="2026-07-10T18:50:46.596" v="6884" actId="948"/>
          <ac:spMkLst>
            <pc:docMk/>
            <pc:sldMk cId="513242787" sldId="261"/>
            <ac:spMk id="11" creationId="{8C4BBBD1-D93F-A219-02C1-994168BD28D0}"/>
          </ac:spMkLst>
        </pc:spChg>
        <pc:spChg chg="add mod">
          <ac:chgData name="Babar HUSSAIN" userId="3c08c949-b6b6-4802-ab4f-9bcf79801f46" providerId="ADAL" clId="{80919996-0F21-47E9-8054-C661DDF69D4D}" dt="2026-07-10T18:50:46.622" v="6888" actId="1582"/>
          <ac:spMkLst>
            <pc:docMk/>
            <pc:sldMk cId="513242787" sldId="261"/>
            <ac:spMk id="12" creationId="{9B16ABC1-3591-B40F-ABA1-0BB09436A48E}"/>
          </ac:spMkLst>
        </pc:spChg>
        <pc:spChg chg="add mod">
          <ac:chgData name="Babar HUSSAIN" userId="3c08c949-b6b6-4802-ab4f-9bcf79801f46" providerId="ADAL" clId="{80919996-0F21-47E9-8054-C661DDF69D4D}" dt="2026-07-10T18:50:46.640" v="6891"/>
          <ac:spMkLst>
            <pc:docMk/>
            <pc:sldMk cId="513242787" sldId="261"/>
            <ac:spMk id="13" creationId="{240CC05D-EB02-E83C-C525-B0F05514E1B9}"/>
          </ac:spMkLst>
        </pc:spChg>
        <pc:spChg chg="add mod">
          <ac:chgData name="Babar HUSSAIN" userId="3c08c949-b6b6-4802-ab4f-9bcf79801f46" providerId="ADAL" clId="{80919996-0F21-47E9-8054-C661DDF69D4D}" dt="2026-07-10T18:50:46.798" v="6903" actId="948"/>
          <ac:spMkLst>
            <pc:docMk/>
            <pc:sldMk cId="513242787" sldId="261"/>
            <ac:spMk id="14" creationId="{20934481-D33B-AFA8-BB48-99DA90164F38}"/>
          </ac:spMkLst>
        </pc:spChg>
        <pc:spChg chg="add mod">
          <ac:chgData name="Babar HUSSAIN" userId="3c08c949-b6b6-4802-ab4f-9bcf79801f46" providerId="ADAL" clId="{80919996-0F21-47E9-8054-C661DDF69D4D}" dt="2026-07-10T18:50:46.896" v="6914" actId="948"/>
          <ac:spMkLst>
            <pc:docMk/>
            <pc:sldMk cId="513242787" sldId="261"/>
            <ac:spMk id="15" creationId="{C91AF41F-F0EB-543F-A82F-52D7D9A36FCF}"/>
          </ac:spMkLst>
        </pc:spChg>
        <pc:spChg chg="add mod">
          <ac:chgData name="Babar HUSSAIN" userId="3c08c949-b6b6-4802-ab4f-9bcf79801f46" providerId="ADAL" clId="{80919996-0F21-47E9-8054-C661DDF69D4D}" dt="2026-07-10T18:50:46.928" v="6918" actId="1582"/>
          <ac:spMkLst>
            <pc:docMk/>
            <pc:sldMk cId="513242787" sldId="261"/>
            <ac:spMk id="16" creationId="{FDE75AB0-F0AD-0440-8B71-8CC5F21C2CF0}"/>
          </ac:spMkLst>
        </pc:spChg>
        <pc:spChg chg="add mod">
          <ac:chgData name="Babar HUSSAIN" userId="3c08c949-b6b6-4802-ab4f-9bcf79801f46" providerId="ADAL" clId="{80919996-0F21-47E9-8054-C661DDF69D4D}" dt="2026-07-10T18:50:46.951" v="6921"/>
          <ac:spMkLst>
            <pc:docMk/>
            <pc:sldMk cId="513242787" sldId="261"/>
            <ac:spMk id="17" creationId="{EEF80841-9704-97F4-B5F9-343AC2079DC5}"/>
          </ac:spMkLst>
        </pc:spChg>
        <pc:spChg chg="add mod">
          <ac:chgData name="Babar HUSSAIN" userId="3c08c949-b6b6-4802-ab4f-9bcf79801f46" providerId="ADAL" clId="{80919996-0F21-47E9-8054-C661DDF69D4D}" dt="2026-07-10T18:50:47.086" v="6933" actId="948"/>
          <ac:spMkLst>
            <pc:docMk/>
            <pc:sldMk cId="513242787" sldId="261"/>
            <ac:spMk id="18" creationId="{E2A2CDA2-5F55-746F-6540-E766F2A83547}"/>
          </ac:spMkLst>
        </pc:spChg>
        <pc:spChg chg="add mod">
          <ac:chgData name="Babar HUSSAIN" userId="3c08c949-b6b6-4802-ab4f-9bcf79801f46" providerId="ADAL" clId="{80919996-0F21-47E9-8054-C661DDF69D4D}" dt="2026-07-10T18:50:47.179" v="6944" actId="948"/>
          <ac:spMkLst>
            <pc:docMk/>
            <pc:sldMk cId="513242787" sldId="261"/>
            <ac:spMk id="19" creationId="{7FA3684F-1D8B-4A10-9014-F43BF8D445C8}"/>
          </ac:spMkLst>
        </pc:spChg>
        <pc:spChg chg="add mod">
          <ac:chgData name="Babar HUSSAIN" userId="3c08c949-b6b6-4802-ab4f-9bcf79801f46" providerId="ADAL" clId="{80919996-0F21-47E9-8054-C661DDF69D4D}" dt="2026-07-10T18:50:47.213" v="6948" actId="1582"/>
          <ac:spMkLst>
            <pc:docMk/>
            <pc:sldMk cId="513242787" sldId="261"/>
            <ac:spMk id="20" creationId="{6B99CA00-0614-F179-5380-FD4C5763B11A}"/>
          </ac:spMkLst>
        </pc:spChg>
        <pc:spChg chg="add mod">
          <ac:chgData name="Babar HUSSAIN" userId="3c08c949-b6b6-4802-ab4f-9bcf79801f46" providerId="ADAL" clId="{80919996-0F21-47E9-8054-C661DDF69D4D}" dt="2026-07-10T18:50:47.363" v="6960" actId="948"/>
          <ac:spMkLst>
            <pc:docMk/>
            <pc:sldMk cId="513242787" sldId="261"/>
            <ac:spMk id="21" creationId="{8A9FC13A-BCEA-6446-7E35-9BCDF347816F}"/>
          </ac:spMkLst>
        </pc:spChg>
        <pc:spChg chg="add mod">
          <ac:chgData name="Babar HUSSAIN" userId="3c08c949-b6b6-4802-ab4f-9bcf79801f46" providerId="ADAL" clId="{80919996-0F21-47E9-8054-C661DDF69D4D}" dt="2026-07-10T18:50:47.468" v="6971" actId="948"/>
          <ac:spMkLst>
            <pc:docMk/>
            <pc:sldMk cId="513242787" sldId="261"/>
            <ac:spMk id="22" creationId="{C1B173FD-30C3-E736-171F-8A446C9A12A7}"/>
          </ac:spMkLst>
        </pc:spChg>
        <pc:spChg chg="add mod">
          <ac:chgData name="Babar HUSSAIN" userId="3c08c949-b6b6-4802-ab4f-9bcf79801f46" providerId="ADAL" clId="{80919996-0F21-47E9-8054-C661DDF69D4D}" dt="2026-07-10T18:50:47.573" v="6983" actId="948"/>
          <ac:spMkLst>
            <pc:docMk/>
            <pc:sldMk cId="513242787" sldId="261"/>
            <ac:spMk id="23" creationId="{637B91EB-9E78-8550-BA57-DB63F5277F76}"/>
          </ac:spMkLst>
        </pc:spChg>
        <pc:spChg chg="add mod">
          <ac:chgData name="Babar HUSSAIN" userId="3c08c949-b6b6-4802-ab4f-9bcf79801f46" providerId="ADAL" clId="{80919996-0F21-47E9-8054-C661DDF69D4D}" dt="2026-07-10T18:50:47.754" v="6995" actId="948"/>
          <ac:spMkLst>
            <pc:docMk/>
            <pc:sldMk cId="513242787" sldId="261"/>
            <ac:spMk id="24" creationId="{F2581C60-DCD3-C3B3-AE06-DE824EA9FB6B}"/>
          </ac:spMkLst>
        </pc:spChg>
        <pc:cxnChg chg="add mod">
          <ac:chgData name="Babar HUSSAIN" userId="3c08c949-b6b6-4802-ab4f-9bcf79801f46" providerId="ADAL" clId="{80919996-0F21-47E9-8054-C661DDF69D4D}" dt="2026-07-10T18:50:46.025" v="6843" actId="1582"/>
          <ac:cxnSpMkLst>
            <pc:docMk/>
            <pc:sldMk cId="513242787" sldId="261"/>
            <ac:cxnSpMk id="6" creationId="{EE8CB4DF-0A16-D42C-C73D-CFD30631AEF1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50:31.231" v="5656" actId="2696"/>
        <pc:sldMkLst>
          <pc:docMk/>
          <pc:sldMk cId="1525175039" sldId="261"/>
        </pc:sldMkLst>
        <pc:spChg chg="add mod">
          <ac:chgData name="Babar HUSSAIN" userId="3c08c949-b6b6-4802-ab4f-9bcf79801f46" providerId="ADAL" clId="{80919996-0F21-47E9-8054-C661DDF69D4D}" dt="2026-07-10T18:46:12.464" v="5461" actId="948"/>
          <ac:spMkLst>
            <pc:docMk/>
            <pc:sldMk cId="1525175039" sldId="261"/>
            <ac:spMk id="2" creationId="{D187B72B-D5E6-8B38-9614-DD7D3749FF4E}"/>
          </ac:spMkLst>
        </pc:spChg>
        <pc:spChg chg="add mod">
          <ac:chgData name="Babar HUSSAIN" userId="3c08c949-b6b6-4802-ab4f-9bcf79801f46" providerId="ADAL" clId="{80919996-0F21-47E9-8054-C661DDF69D4D}" dt="2026-07-10T18:46:12.657" v="5473" actId="948"/>
          <ac:spMkLst>
            <pc:docMk/>
            <pc:sldMk cId="1525175039" sldId="261"/>
            <ac:spMk id="3" creationId="{2AB07D9E-B334-3092-DE8B-4E27E02611DF}"/>
          </ac:spMkLst>
        </pc:spChg>
        <pc:spChg chg="add mod">
          <ac:chgData name="Babar HUSSAIN" userId="3c08c949-b6b6-4802-ab4f-9bcf79801f46" providerId="ADAL" clId="{80919996-0F21-47E9-8054-C661DDF69D4D}" dt="2026-07-10T18:46:12.789" v="5485" actId="948"/>
          <ac:spMkLst>
            <pc:docMk/>
            <pc:sldMk cId="1525175039" sldId="261"/>
            <ac:spMk id="4" creationId="{BA522CF5-A564-A4F4-2074-EAB0449EA6C9}"/>
          </ac:spMkLst>
        </pc:spChg>
        <pc:spChg chg="add mod">
          <ac:chgData name="Babar HUSSAIN" userId="3c08c949-b6b6-4802-ab4f-9bcf79801f46" providerId="ADAL" clId="{80919996-0F21-47E9-8054-C661DDF69D4D}" dt="2026-07-10T18:46:12.986" v="5499" actId="948"/>
          <ac:spMkLst>
            <pc:docMk/>
            <pc:sldMk cId="1525175039" sldId="261"/>
            <ac:spMk id="6" creationId="{E3F10A34-80CE-6DF5-A072-B41AE23A5324}"/>
          </ac:spMkLst>
        </pc:spChg>
        <pc:spChg chg="add mod">
          <ac:chgData name="Babar HUSSAIN" userId="3c08c949-b6b6-4802-ab4f-9bcf79801f46" providerId="ADAL" clId="{80919996-0F21-47E9-8054-C661DDF69D4D}" dt="2026-07-10T18:46:13.109" v="5510" actId="948"/>
          <ac:spMkLst>
            <pc:docMk/>
            <pc:sldMk cId="1525175039" sldId="261"/>
            <ac:spMk id="7" creationId="{B18AAC77-68F8-18F4-72DD-E76D2BCB571D}"/>
          </ac:spMkLst>
        </pc:spChg>
        <pc:spChg chg="add mod">
          <ac:chgData name="Babar HUSSAIN" userId="3c08c949-b6b6-4802-ab4f-9bcf79801f46" providerId="ADAL" clId="{80919996-0F21-47E9-8054-C661DDF69D4D}" dt="2026-07-10T18:46:13.195" v="5514" actId="1582"/>
          <ac:spMkLst>
            <pc:docMk/>
            <pc:sldMk cId="1525175039" sldId="261"/>
            <ac:spMk id="8" creationId="{23428997-5599-E1F9-F445-760011E181A0}"/>
          </ac:spMkLst>
        </pc:spChg>
        <pc:spChg chg="add mod">
          <ac:chgData name="Babar HUSSAIN" userId="3c08c949-b6b6-4802-ab4f-9bcf79801f46" providerId="ADAL" clId="{80919996-0F21-47E9-8054-C661DDF69D4D}" dt="2026-07-10T18:46:13.227" v="5517"/>
          <ac:spMkLst>
            <pc:docMk/>
            <pc:sldMk cId="1525175039" sldId="261"/>
            <ac:spMk id="9" creationId="{3A7503A6-7D38-AAD0-7F12-0BDB176E40C1}"/>
          </ac:spMkLst>
        </pc:spChg>
        <pc:spChg chg="add mod">
          <ac:chgData name="Babar HUSSAIN" userId="3c08c949-b6b6-4802-ab4f-9bcf79801f46" providerId="ADAL" clId="{80919996-0F21-47E9-8054-C661DDF69D4D}" dt="2026-07-10T18:46:13.339" v="5529" actId="948"/>
          <ac:spMkLst>
            <pc:docMk/>
            <pc:sldMk cId="1525175039" sldId="261"/>
            <ac:spMk id="10" creationId="{D3C8F473-D7D6-DFF7-BAE8-6A4E31CE4F50}"/>
          </ac:spMkLst>
        </pc:spChg>
        <pc:spChg chg="add mod">
          <ac:chgData name="Babar HUSSAIN" userId="3c08c949-b6b6-4802-ab4f-9bcf79801f46" providerId="ADAL" clId="{80919996-0F21-47E9-8054-C661DDF69D4D}" dt="2026-07-10T18:46:13.500" v="5540" actId="948"/>
          <ac:spMkLst>
            <pc:docMk/>
            <pc:sldMk cId="1525175039" sldId="261"/>
            <ac:spMk id="11" creationId="{7EB57EBD-EEDB-3A9B-958E-F09DCC64C9F6}"/>
          </ac:spMkLst>
        </pc:spChg>
        <pc:spChg chg="add mod">
          <ac:chgData name="Babar HUSSAIN" userId="3c08c949-b6b6-4802-ab4f-9bcf79801f46" providerId="ADAL" clId="{80919996-0F21-47E9-8054-C661DDF69D4D}" dt="2026-07-10T18:46:13.538" v="5544" actId="1582"/>
          <ac:spMkLst>
            <pc:docMk/>
            <pc:sldMk cId="1525175039" sldId="261"/>
            <ac:spMk id="12" creationId="{D41DDCD6-32A5-9A5C-7EA4-3525A5914340}"/>
          </ac:spMkLst>
        </pc:spChg>
        <pc:spChg chg="add mod">
          <ac:chgData name="Babar HUSSAIN" userId="3c08c949-b6b6-4802-ab4f-9bcf79801f46" providerId="ADAL" clId="{80919996-0F21-47E9-8054-C661DDF69D4D}" dt="2026-07-10T18:46:13.568" v="5547"/>
          <ac:spMkLst>
            <pc:docMk/>
            <pc:sldMk cId="1525175039" sldId="261"/>
            <ac:spMk id="13" creationId="{818ECC35-EB58-1344-5C9F-A048D84ADC18}"/>
          </ac:spMkLst>
        </pc:spChg>
        <pc:spChg chg="add mod">
          <ac:chgData name="Babar HUSSAIN" userId="3c08c949-b6b6-4802-ab4f-9bcf79801f46" providerId="ADAL" clId="{80919996-0F21-47E9-8054-C661DDF69D4D}" dt="2026-07-10T18:46:13.688" v="5559" actId="948"/>
          <ac:spMkLst>
            <pc:docMk/>
            <pc:sldMk cId="1525175039" sldId="261"/>
            <ac:spMk id="14" creationId="{6CCF32CA-700C-CB28-878E-280171D3CDE0}"/>
          </ac:spMkLst>
        </pc:spChg>
        <pc:spChg chg="add mod">
          <ac:chgData name="Babar HUSSAIN" userId="3c08c949-b6b6-4802-ab4f-9bcf79801f46" providerId="ADAL" clId="{80919996-0F21-47E9-8054-C661DDF69D4D}" dt="2026-07-10T18:46:13.863" v="5570" actId="948"/>
          <ac:spMkLst>
            <pc:docMk/>
            <pc:sldMk cId="1525175039" sldId="261"/>
            <ac:spMk id="15" creationId="{5C2D1A9B-4E64-8CF8-AA05-F086E061267A}"/>
          </ac:spMkLst>
        </pc:spChg>
        <pc:spChg chg="add mod">
          <ac:chgData name="Babar HUSSAIN" userId="3c08c949-b6b6-4802-ab4f-9bcf79801f46" providerId="ADAL" clId="{80919996-0F21-47E9-8054-C661DDF69D4D}" dt="2026-07-10T18:46:13.906" v="5574" actId="1582"/>
          <ac:spMkLst>
            <pc:docMk/>
            <pc:sldMk cId="1525175039" sldId="261"/>
            <ac:spMk id="16" creationId="{6C7CA729-61AB-03AA-86D2-E25AAE5A2F0D}"/>
          </ac:spMkLst>
        </pc:spChg>
        <pc:spChg chg="add mod">
          <ac:chgData name="Babar HUSSAIN" userId="3c08c949-b6b6-4802-ab4f-9bcf79801f46" providerId="ADAL" clId="{80919996-0F21-47E9-8054-C661DDF69D4D}" dt="2026-07-10T18:46:13.937" v="5577"/>
          <ac:spMkLst>
            <pc:docMk/>
            <pc:sldMk cId="1525175039" sldId="261"/>
            <ac:spMk id="17" creationId="{4034EAAC-89E0-7CB1-BE0A-7B70FD790815}"/>
          </ac:spMkLst>
        </pc:spChg>
        <pc:spChg chg="add mod">
          <ac:chgData name="Babar HUSSAIN" userId="3c08c949-b6b6-4802-ab4f-9bcf79801f46" providerId="ADAL" clId="{80919996-0F21-47E9-8054-C661DDF69D4D}" dt="2026-07-10T18:46:14.125" v="5589" actId="948"/>
          <ac:spMkLst>
            <pc:docMk/>
            <pc:sldMk cId="1525175039" sldId="261"/>
            <ac:spMk id="18" creationId="{EE051222-741E-CD79-A32E-71D9D41EA480}"/>
          </ac:spMkLst>
        </pc:spChg>
        <pc:spChg chg="add mod">
          <ac:chgData name="Babar HUSSAIN" userId="3c08c949-b6b6-4802-ab4f-9bcf79801f46" providerId="ADAL" clId="{80919996-0F21-47E9-8054-C661DDF69D4D}" dt="2026-07-10T18:46:14.240" v="5600" actId="948"/>
          <ac:spMkLst>
            <pc:docMk/>
            <pc:sldMk cId="1525175039" sldId="261"/>
            <ac:spMk id="19" creationId="{40A2D920-03BA-E28F-03E1-BB42ABAA312D}"/>
          </ac:spMkLst>
        </pc:spChg>
        <pc:spChg chg="add mod">
          <ac:chgData name="Babar HUSSAIN" userId="3c08c949-b6b6-4802-ab4f-9bcf79801f46" providerId="ADAL" clId="{80919996-0F21-47E9-8054-C661DDF69D4D}" dt="2026-07-10T18:46:14.697" v="5604" actId="1582"/>
          <ac:spMkLst>
            <pc:docMk/>
            <pc:sldMk cId="1525175039" sldId="261"/>
            <ac:spMk id="20" creationId="{991A9F46-FD08-5AFF-5918-FB1BBA0C966E}"/>
          </ac:spMkLst>
        </pc:spChg>
        <pc:spChg chg="add mod">
          <ac:chgData name="Babar HUSSAIN" userId="3c08c949-b6b6-4802-ab4f-9bcf79801f46" providerId="ADAL" clId="{80919996-0F21-47E9-8054-C661DDF69D4D}" dt="2026-07-10T18:46:14.773" v="5616" actId="948"/>
          <ac:spMkLst>
            <pc:docMk/>
            <pc:sldMk cId="1525175039" sldId="261"/>
            <ac:spMk id="21" creationId="{87C8B20C-80A7-A299-2BA3-82E59E2AB070}"/>
          </ac:spMkLst>
        </pc:spChg>
        <pc:spChg chg="add mod">
          <ac:chgData name="Babar HUSSAIN" userId="3c08c949-b6b6-4802-ab4f-9bcf79801f46" providerId="ADAL" clId="{80919996-0F21-47E9-8054-C661DDF69D4D}" dt="2026-07-10T18:46:14.854" v="5627" actId="948"/>
          <ac:spMkLst>
            <pc:docMk/>
            <pc:sldMk cId="1525175039" sldId="261"/>
            <ac:spMk id="22" creationId="{B70518D8-0C49-5D32-65C3-5A017AFF5CAA}"/>
          </ac:spMkLst>
        </pc:spChg>
        <pc:spChg chg="add mod">
          <ac:chgData name="Babar HUSSAIN" userId="3c08c949-b6b6-4802-ab4f-9bcf79801f46" providerId="ADAL" clId="{80919996-0F21-47E9-8054-C661DDF69D4D}" dt="2026-07-10T18:46:14.991" v="5639" actId="948"/>
          <ac:spMkLst>
            <pc:docMk/>
            <pc:sldMk cId="1525175039" sldId="261"/>
            <ac:spMk id="23" creationId="{514E5E72-E737-97A2-2AE9-2EF434319922}"/>
          </ac:spMkLst>
        </pc:spChg>
        <pc:spChg chg="add mod">
          <ac:chgData name="Babar HUSSAIN" userId="3c08c949-b6b6-4802-ab4f-9bcf79801f46" providerId="ADAL" clId="{80919996-0F21-47E9-8054-C661DDF69D4D}" dt="2026-07-10T18:48:10.101" v="5655" actId="6549"/>
          <ac:spMkLst>
            <pc:docMk/>
            <pc:sldMk cId="1525175039" sldId="261"/>
            <ac:spMk id="24" creationId="{881E8148-9CF9-F56D-78B0-3372FE715B42}"/>
          </ac:spMkLst>
        </pc:spChg>
        <pc:cxnChg chg="add mod">
          <ac:chgData name="Babar HUSSAIN" userId="3c08c949-b6b6-4802-ab4f-9bcf79801f46" providerId="ADAL" clId="{80919996-0F21-47E9-8054-C661DDF69D4D}" dt="2026-07-10T18:46:12.814" v="5488" actId="1582"/>
          <ac:cxnSpMkLst>
            <pc:docMk/>
            <pc:sldMk cId="1525175039" sldId="261"/>
            <ac:cxnSpMk id="5" creationId="{7671298C-69C4-490C-CAA6-3B28EDE43BDE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45:56.874" v="4209" actId="2696"/>
        <pc:sldMkLst>
          <pc:docMk/>
          <pc:sldMk cId="2314433660" sldId="261"/>
        </pc:sldMkLst>
        <pc:spChg chg="add mod">
          <ac:chgData name="Babar HUSSAIN" userId="3c08c949-b6b6-4802-ab4f-9bcf79801f46" providerId="ADAL" clId="{80919996-0F21-47E9-8054-C661DDF69D4D}" dt="2026-07-10T18:40:02.958" v="4018" actId="948"/>
          <ac:spMkLst>
            <pc:docMk/>
            <pc:sldMk cId="2314433660" sldId="261"/>
            <ac:spMk id="2" creationId="{841D7139-6058-8230-5261-395302667A79}"/>
          </ac:spMkLst>
        </pc:spChg>
        <pc:spChg chg="add mod">
          <ac:chgData name="Babar HUSSAIN" userId="3c08c949-b6b6-4802-ab4f-9bcf79801f46" providerId="ADAL" clId="{80919996-0F21-47E9-8054-C661DDF69D4D}" dt="2026-07-10T18:40:03.029" v="4030" actId="948"/>
          <ac:spMkLst>
            <pc:docMk/>
            <pc:sldMk cId="2314433660" sldId="261"/>
            <ac:spMk id="3" creationId="{F1061341-6464-0120-5EA5-AC1B6B78657D}"/>
          </ac:spMkLst>
        </pc:spChg>
        <pc:spChg chg="add mod">
          <ac:chgData name="Babar HUSSAIN" userId="3c08c949-b6b6-4802-ab4f-9bcf79801f46" providerId="ADAL" clId="{80919996-0F21-47E9-8054-C661DDF69D4D}" dt="2026-07-10T18:40:03.159" v="4042" actId="948"/>
          <ac:spMkLst>
            <pc:docMk/>
            <pc:sldMk cId="2314433660" sldId="261"/>
            <ac:spMk id="4" creationId="{19DC969B-815F-B3CC-5D3C-0B7423C9EEF1}"/>
          </ac:spMkLst>
        </pc:spChg>
        <pc:spChg chg="add mod">
          <ac:chgData name="Babar HUSSAIN" userId="3c08c949-b6b6-4802-ab4f-9bcf79801f46" providerId="ADAL" clId="{80919996-0F21-47E9-8054-C661DDF69D4D}" dt="2026-07-10T18:40:03.272" v="4056" actId="948"/>
          <ac:spMkLst>
            <pc:docMk/>
            <pc:sldMk cId="2314433660" sldId="261"/>
            <ac:spMk id="6" creationId="{D3FE24CC-D98F-B6A3-667C-016445E002F1}"/>
          </ac:spMkLst>
        </pc:spChg>
        <pc:spChg chg="add mod">
          <ac:chgData name="Babar HUSSAIN" userId="3c08c949-b6b6-4802-ab4f-9bcf79801f46" providerId="ADAL" clId="{80919996-0F21-47E9-8054-C661DDF69D4D}" dt="2026-07-10T18:40:03.407" v="4067" actId="948"/>
          <ac:spMkLst>
            <pc:docMk/>
            <pc:sldMk cId="2314433660" sldId="261"/>
            <ac:spMk id="7" creationId="{0BB65B13-99BC-4C39-EA69-CE86C3D27CB7}"/>
          </ac:spMkLst>
        </pc:spChg>
        <pc:spChg chg="add mod">
          <ac:chgData name="Babar HUSSAIN" userId="3c08c949-b6b6-4802-ab4f-9bcf79801f46" providerId="ADAL" clId="{80919996-0F21-47E9-8054-C661DDF69D4D}" dt="2026-07-10T18:40:03.434" v="4071" actId="1582"/>
          <ac:spMkLst>
            <pc:docMk/>
            <pc:sldMk cId="2314433660" sldId="261"/>
            <ac:spMk id="8" creationId="{2EA8D544-7EA4-EFE0-8193-E409F6C19991}"/>
          </ac:spMkLst>
        </pc:spChg>
        <pc:spChg chg="add mod">
          <ac:chgData name="Babar HUSSAIN" userId="3c08c949-b6b6-4802-ab4f-9bcf79801f46" providerId="ADAL" clId="{80919996-0F21-47E9-8054-C661DDF69D4D}" dt="2026-07-10T18:40:03.458" v="4074"/>
          <ac:spMkLst>
            <pc:docMk/>
            <pc:sldMk cId="2314433660" sldId="261"/>
            <ac:spMk id="9" creationId="{7F01A6B1-3436-AEE9-E2FB-D6D97A5D2777}"/>
          </ac:spMkLst>
        </pc:spChg>
        <pc:spChg chg="add mod">
          <ac:chgData name="Babar HUSSAIN" userId="3c08c949-b6b6-4802-ab4f-9bcf79801f46" providerId="ADAL" clId="{80919996-0F21-47E9-8054-C661DDF69D4D}" dt="2026-07-10T18:40:03.558" v="4086" actId="948"/>
          <ac:spMkLst>
            <pc:docMk/>
            <pc:sldMk cId="2314433660" sldId="261"/>
            <ac:spMk id="10" creationId="{D9FA3966-520A-2A4C-7167-EBC5D2987A0B}"/>
          </ac:spMkLst>
        </pc:spChg>
        <pc:spChg chg="add mod">
          <ac:chgData name="Babar HUSSAIN" userId="3c08c949-b6b6-4802-ab4f-9bcf79801f46" providerId="ADAL" clId="{80919996-0F21-47E9-8054-C661DDF69D4D}" dt="2026-07-10T18:40:03.690" v="4097" actId="948"/>
          <ac:spMkLst>
            <pc:docMk/>
            <pc:sldMk cId="2314433660" sldId="261"/>
            <ac:spMk id="11" creationId="{DE5C25ED-B3FC-E580-8BB1-DD17F89C2B06}"/>
          </ac:spMkLst>
        </pc:spChg>
        <pc:spChg chg="add mod">
          <ac:chgData name="Babar HUSSAIN" userId="3c08c949-b6b6-4802-ab4f-9bcf79801f46" providerId="ADAL" clId="{80919996-0F21-47E9-8054-C661DDF69D4D}" dt="2026-07-10T18:40:03.724" v="4101" actId="1582"/>
          <ac:spMkLst>
            <pc:docMk/>
            <pc:sldMk cId="2314433660" sldId="261"/>
            <ac:spMk id="12" creationId="{D4CCC4C9-FE95-CA69-C030-576F3A845639}"/>
          </ac:spMkLst>
        </pc:spChg>
        <pc:spChg chg="add mod">
          <ac:chgData name="Babar HUSSAIN" userId="3c08c949-b6b6-4802-ab4f-9bcf79801f46" providerId="ADAL" clId="{80919996-0F21-47E9-8054-C661DDF69D4D}" dt="2026-07-10T18:40:03.753" v="4104"/>
          <ac:spMkLst>
            <pc:docMk/>
            <pc:sldMk cId="2314433660" sldId="261"/>
            <ac:spMk id="13" creationId="{1A3C5D46-ECEB-82D0-BD6C-71E59BADEBB1}"/>
          </ac:spMkLst>
        </pc:spChg>
        <pc:spChg chg="add mod">
          <ac:chgData name="Babar HUSSAIN" userId="3c08c949-b6b6-4802-ab4f-9bcf79801f46" providerId="ADAL" clId="{80919996-0F21-47E9-8054-C661DDF69D4D}" dt="2026-07-10T18:40:03.863" v="4116" actId="948"/>
          <ac:spMkLst>
            <pc:docMk/>
            <pc:sldMk cId="2314433660" sldId="261"/>
            <ac:spMk id="14" creationId="{D527C60E-3863-007B-5F3C-FC206162BCF2}"/>
          </ac:spMkLst>
        </pc:spChg>
        <pc:spChg chg="add mod">
          <ac:chgData name="Babar HUSSAIN" userId="3c08c949-b6b6-4802-ab4f-9bcf79801f46" providerId="ADAL" clId="{80919996-0F21-47E9-8054-C661DDF69D4D}" dt="2026-07-10T18:40:04.037" v="4127" actId="948"/>
          <ac:spMkLst>
            <pc:docMk/>
            <pc:sldMk cId="2314433660" sldId="261"/>
            <ac:spMk id="15" creationId="{9F9EB486-0689-B730-6FCA-51EDA5BD3B06}"/>
          </ac:spMkLst>
        </pc:spChg>
        <pc:spChg chg="add mod">
          <ac:chgData name="Babar HUSSAIN" userId="3c08c949-b6b6-4802-ab4f-9bcf79801f46" providerId="ADAL" clId="{80919996-0F21-47E9-8054-C661DDF69D4D}" dt="2026-07-10T18:40:04.069" v="4131" actId="1582"/>
          <ac:spMkLst>
            <pc:docMk/>
            <pc:sldMk cId="2314433660" sldId="261"/>
            <ac:spMk id="16" creationId="{22A4B75F-2073-CF13-025B-E2D2A69A9636}"/>
          </ac:spMkLst>
        </pc:spChg>
        <pc:spChg chg="add mod">
          <ac:chgData name="Babar HUSSAIN" userId="3c08c949-b6b6-4802-ab4f-9bcf79801f46" providerId="ADAL" clId="{80919996-0F21-47E9-8054-C661DDF69D4D}" dt="2026-07-10T18:40:04.094" v="4134"/>
          <ac:spMkLst>
            <pc:docMk/>
            <pc:sldMk cId="2314433660" sldId="261"/>
            <ac:spMk id="17" creationId="{49BE104E-8DA0-7016-587B-4DB0333C5DBB}"/>
          </ac:spMkLst>
        </pc:spChg>
        <pc:spChg chg="add mod">
          <ac:chgData name="Babar HUSSAIN" userId="3c08c949-b6b6-4802-ab4f-9bcf79801f46" providerId="ADAL" clId="{80919996-0F21-47E9-8054-C661DDF69D4D}" dt="2026-07-10T18:40:04.236" v="4146" actId="948"/>
          <ac:spMkLst>
            <pc:docMk/>
            <pc:sldMk cId="2314433660" sldId="261"/>
            <ac:spMk id="18" creationId="{831A858E-1B04-2FA0-B97C-8602F2DD2F83}"/>
          </ac:spMkLst>
        </pc:spChg>
        <pc:spChg chg="add mod">
          <ac:chgData name="Babar HUSSAIN" userId="3c08c949-b6b6-4802-ab4f-9bcf79801f46" providerId="ADAL" clId="{80919996-0F21-47E9-8054-C661DDF69D4D}" dt="2026-07-10T18:40:04.313" v="4157" actId="948"/>
          <ac:spMkLst>
            <pc:docMk/>
            <pc:sldMk cId="2314433660" sldId="261"/>
            <ac:spMk id="19" creationId="{EF9998D6-9D89-5532-0692-760A2EDD856A}"/>
          </ac:spMkLst>
        </pc:spChg>
        <pc:spChg chg="add mod">
          <ac:chgData name="Babar HUSSAIN" userId="3c08c949-b6b6-4802-ab4f-9bcf79801f46" providerId="ADAL" clId="{80919996-0F21-47E9-8054-C661DDF69D4D}" dt="2026-07-10T18:40:04.339" v="4161" actId="1582"/>
          <ac:spMkLst>
            <pc:docMk/>
            <pc:sldMk cId="2314433660" sldId="261"/>
            <ac:spMk id="20" creationId="{62F5EE10-D8AB-8244-2DAC-24224ECCAAAD}"/>
          </ac:spMkLst>
        </pc:spChg>
        <pc:spChg chg="add mod">
          <ac:chgData name="Babar HUSSAIN" userId="3c08c949-b6b6-4802-ab4f-9bcf79801f46" providerId="ADAL" clId="{80919996-0F21-47E9-8054-C661DDF69D4D}" dt="2026-07-10T18:40:04.427" v="4173" actId="948"/>
          <ac:spMkLst>
            <pc:docMk/>
            <pc:sldMk cId="2314433660" sldId="261"/>
            <ac:spMk id="21" creationId="{15F89394-971B-B589-3310-9921B6FA7506}"/>
          </ac:spMkLst>
        </pc:spChg>
        <pc:spChg chg="add mod">
          <ac:chgData name="Babar HUSSAIN" userId="3c08c949-b6b6-4802-ab4f-9bcf79801f46" providerId="ADAL" clId="{80919996-0F21-47E9-8054-C661DDF69D4D}" dt="2026-07-10T18:40:04.539" v="4184" actId="948"/>
          <ac:spMkLst>
            <pc:docMk/>
            <pc:sldMk cId="2314433660" sldId="261"/>
            <ac:spMk id="22" creationId="{FCF3F32B-BB17-5E9E-9E22-5DE447FEE837}"/>
          </ac:spMkLst>
        </pc:spChg>
        <pc:spChg chg="add mod">
          <ac:chgData name="Babar HUSSAIN" userId="3c08c949-b6b6-4802-ab4f-9bcf79801f46" providerId="ADAL" clId="{80919996-0F21-47E9-8054-C661DDF69D4D}" dt="2026-07-10T18:40:04.631" v="4196" actId="948"/>
          <ac:spMkLst>
            <pc:docMk/>
            <pc:sldMk cId="2314433660" sldId="261"/>
            <ac:spMk id="23" creationId="{FCD73284-DA93-1147-DD1B-3211CBF628E8}"/>
          </ac:spMkLst>
        </pc:spChg>
        <pc:spChg chg="add mod">
          <ac:chgData name="Babar HUSSAIN" userId="3c08c949-b6b6-4802-ab4f-9bcf79801f46" providerId="ADAL" clId="{80919996-0F21-47E9-8054-C661DDF69D4D}" dt="2026-07-10T18:40:04.725" v="4208" actId="948"/>
          <ac:spMkLst>
            <pc:docMk/>
            <pc:sldMk cId="2314433660" sldId="261"/>
            <ac:spMk id="24" creationId="{44FD7D58-02D5-DEF5-1676-F759F1AF8F1A}"/>
          </ac:spMkLst>
        </pc:spChg>
        <pc:cxnChg chg="add mod">
          <ac:chgData name="Babar HUSSAIN" userId="3c08c949-b6b6-4802-ab4f-9bcf79801f46" providerId="ADAL" clId="{80919996-0F21-47E9-8054-C661DDF69D4D}" dt="2026-07-10T18:40:03.182" v="4045" actId="1582"/>
          <ac:cxnSpMkLst>
            <pc:docMk/>
            <pc:sldMk cId="2314433660" sldId="261"/>
            <ac:cxnSpMk id="5" creationId="{183D273C-369D-8970-AD9B-68CB0C72DA14}"/>
          </ac:cxnSpMkLst>
        </pc:cxnChg>
      </pc:sldChg>
      <pc:sldChg chg="addSp modSp add del mod setBg">
        <pc:chgData name="Babar HUSSAIN" userId="3c08c949-b6b6-4802-ab4f-9bcf79801f46" providerId="ADAL" clId="{80919996-0F21-47E9-8054-C661DDF69D4D}" dt="2026-07-10T18:39:45.053" v="2634" actId="2696"/>
        <pc:sldMkLst>
          <pc:docMk/>
          <pc:sldMk cId="4047121801" sldId="261"/>
        </pc:sldMkLst>
        <pc:spChg chg="add mod">
          <ac:chgData name="Babar HUSSAIN" userId="3c08c949-b6b6-4802-ab4f-9bcf79801f46" providerId="ADAL" clId="{80919996-0F21-47E9-8054-C661DDF69D4D}" dt="2026-07-10T18:16:22.921" v="2627" actId="20577"/>
          <ac:spMkLst>
            <pc:docMk/>
            <pc:sldMk cId="4047121801" sldId="261"/>
            <ac:spMk id="2" creationId="{95EFC1C4-0034-0D7E-8277-05C2BF88B548}"/>
          </ac:spMkLst>
        </pc:spChg>
        <pc:spChg chg="add mod">
          <ac:chgData name="Babar HUSSAIN" userId="3c08c949-b6b6-4802-ab4f-9bcf79801f46" providerId="ADAL" clId="{80919996-0F21-47E9-8054-C661DDF69D4D}" dt="2026-07-10T18:16:20.037" v="2392" actId="948"/>
          <ac:spMkLst>
            <pc:docMk/>
            <pc:sldMk cId="4047121801" sldId="261"/>
            <ac:spMk id="3" creationId="{9CB3350D-E15C-45F1-320C-0F8DD6EF4B2F}"/>
          </ac:spMkLst>
        </pc:spChg>
        <pc:spChg chg="add mod">
          <ac:chgData name="Babar HUSSAIN" userId="3c08c949-b6b6-4802-ab4f-9bcf79801f46" providerId="ADAL" clId="{80919996-0F21-47E9-8054-C661DDF69D4D}" dt="2026-07-10T18:16:20.218" v="2406" actId="948"/>
          <ac:spMkLst>
            <pc:docMk/>
            <pc:sldMk cId="4047121801" sldId="261"/>
            <ac:spMk id="5" creationId="{E9D2506A-0AB0-FAC1-24B2-9F923D4C9AD2}"/>
          </ac:spMkLst>
        </pc:spChg>
        <pc:spChg chg="add mod">
          <ac:chgData name="Babar HUSSAIN" userId="3c08c949-b6b6-4802-ab4f-9bcf79801f46" providerId="ADAL" clId="{80919996-0F21-47E9-8054-C661DDF69D4D}" dt="2026-07-10T18:16:20.385" v="2410" actId="1582"/>
          <ac:spMkLst>
            <pc:docMk/>
            <pc:sldMk cId="4047121801" sldId="261"/>
            <ac:spMk id="6" creationId="{CCE5D749-CF6C-5982-7CC9-5D697EBECF19}"/>
          </ac:spMkLst>
        </pc:spChg>
        <pc:spChg chg="add mod">
          <ac:chgData name="Babar HUSSAIN" userId="3c08c949-b6b6-4802-ab4f-9bcf79801f46" providerId="ADAL" clId="{80919996-0F21-47E9-8054-C661DDF69D4D}" dt="2026-07-10T18:16:20.435" v="2413"/>
          <ac:spMkLst>
            <pc:docMk/>
            <pc:sldMk cId="4047121801" sldId="261"/>
            <ac:spMk id="7" creationId="{E2CDE968-8179-C467-E47C-190E3BD6EA67}"/>
          </ac:spMkLst>
        </pc:spChg>
        <pc:spChg chg="add mod">
          <ac:chgData name="Babar HUSSAIN" userId="3c08c949-b6b6-4802-ab4f-9bcf79801f46" providerId="ADAL" clId="{80919996-0F21-47E9-8054-C661DDF69D4D}" dt="2026-07-10T18:16:20.524" v="2425" actId="948"/>
          <ac:spMkLst>
            <pc:docMk/>
            <pc:sldMk cId="4047121801" sldId="261"/>
            <ac:spMk id="8" creationId="{13C29618-57AC-0936-1D14-BD6B72F09B48}"/>
          </ac:spMkLst>
        </pc:spChg>
        <pc:spChg chg="add mod">
          <ac:chgData name="Babar HUSSAIN" userId="3c08c949-b6b6-4802-ab4f-9bcf79801f46" providerId="ADAL" clId="{80919996-0F21-47E9-8054-C661DDF69D4D}" dt="2026-07-10T18:16:20.593" v="2436" actId="948"/>
          <ac:spMkLst>
            <pc:docMk/>
            <pc:sldMk cId="4047121801" sldId="261"/>
            <ac:spMk id="9" creationId="{03F39644-66B6-9A86-842A-2DF58BEE33FE}"/>
          </ac:spMkLst>
        </pc:spChg>
        <pc:spChg chg="add mod">
          <ac:chgData name="Babar HUSSAIN" userId="3c08c949-b6b6-4802-ab4f-9bcf79801f46" providerId="ADAL" clId="{80919996-0F21-47E9-8054-C661DDF69D4D}" dt="2026-07-10T18:16:20.614" v="2440" actId="1582"/>
          <ac:spMkLst>
            <pc:docMk/>
            <pc:sldMk cId="4047121801" sldId="261"/>
            <ac:spMk id="10" creationId="{BCD6FFBA-EC57-4664-C851-2C81F1CB9B8D}"/>
          </ac:spMkLst>
        </pc:spChg>
        <pc:spChg chg="add mod">
          <ac:chgData name="Babar HUSSAIN" userId="3c08c949-b6b6-4802-ab4f-9bcf79801f46" providerId="ADAL" clId="{80919996-0F21-47E9-8054-C661DDF69D4D}" dt="2026-07-10T18:16:20.660" v="2443"/>
          <ac:spMkLst>
            <pc:docMk/>
            <pc:sldMk cId="4047121801" sldId="261"/>
            <ac:spMk id="11" creationId="{E9938B8E-82B2-7614-D938-A10F12C675DA}"/>
          </ac:spMkLst>
        </pc:spChg>
        <pc:spChg chg="add mod">
          <ac:chgData name="Babar HUSSAIN" userId="3c08c949-b6b6-4802-ab4f-9bcf79801f46" providerId="ADAL" clId="{80919996-0F21-47E9-8054-C661DDF69D4D}" dt="2026-07-10T18:16:20.742" v="2455" actId="948"/>
          <ac:spMkLst>
            <pc:docMk/>
            <pc:sldMk cId="4047121801" sldId="261"/>
            <ac:spMk id="12" creationId="{19600978-7DA9-8970-DAF1-2EA1C07FE75E}"/>
          </ac:spMkLst>
        </pc:spChg>
        <pc:spChg chg="add mod">
          <ac:chgData name="Babar HUSSAIN" userId="3c08c949-b6b6-4802-ab4f-9bcf79801f46" providerId="ADAL" clId="{80919996-0F21-47E9-8054-C661DDF69D4D}" dt="2026-07-10T18:16:20.832" v="2466" actId="948"/>
          <ac:spMkLst>
            <pc:docMk/>
            <pc:sldMk cId="4047121801" sldId="261"/>
            <ac:spMk id="13" creationId="{D36022BB-0820-BFEB-D8AA-31F9066D080B}"/>
          </ac:spMkLst>
        </pc:spChg>
        <pc:spChg chg="add mod">
          <ac:chgData name="Babar HUSSAIN" userId="3c08c949-b6b6-4802-ab4f-9bcf79801f46" providerId="ADAL" clId="{80919996-0F21-47E9-8054-C661DDF69D4D}" dt="2026-07-10T18:16:20.863" v="2470" actId="1582"/>
          <ac:spMkLst>
            <pc:docMk/>
            <pc:sldMk cId="4047121801" sldId="261"/>
            <ac:spMk id="14" creationId="{9958B9C3-FD75-FE13-2BCF-DDC18E6F8D84}"/>
          </ac:spMkLst>
        </pc:spChg>
        <pc:spChg chg="add mod">
          <ac:chgData name="Babar HUSSAIN" userId="3c08c949-b6b6-4802-ab4f-9bcf79801f46" providerId="ADAL" clId="{80919996-0F21-47E9-8054-C661DDF69D4D}" dt="2026-07-10T18:16:20.890" v="2473"/>
          <ac:spMkLst>
            <pc:docMk/>
            <pc:sldMk cId="4047121801" sldId="261"/>
            <ac:spMk id="15" creationId="{285CA00C-C71A-2B7C-02DE-7027020D95B3}"/>
          </ac:spMkLst>
        </pc:spChg>
        <pc:spChg chg="add mod">
          <ac:chgData name="Babar HUSSAIN" userId="3c08c949-b6b6-4802-ab4f-9bcf79801f46" providerId="ADAL" clId="{80919996-0F21-47E9-8054-C661DDF69D4D}" dt="2026-07-10T18:16:21.040" v="2485" actId="948"/>
          <ac:spMkLst>
            <pc:docMk/>
            <pc:sldMk cId="4047121801" sldId="261"/>
            <ac:spMk id="16" creationId="{4F148949-3132-F5D8-C443-FE5C0581BE0F}"/>
          </ac:spMkLst>
        </pc:spChg>
        <pc:spChg chg="add mod">
          <ac:chgData name="Babar HUSSAIN" userId="3c08c949-b6b6-4802-ab4f-9bcf79801f46" providerId="ADAL" clId="{80919996-0F21-47E9-8054-C661DDF69D4D}" dt="2026-07-10T18:16:21.142" v="2496" actId="948"/>
          <ac:spMkLst>
            <pc:docMk/>
            <pc:sldMk cId="4047121801" sldId="261"/>
            <ac:spMk id="17" creationId="{46647B5A-234E-5AE9-DF0B-412A0F7727F0}"/>
          </ac:spMkLst>
        </pc:spChg>
        <pc:spChg chg="add mod">
          <ac:chgData name="Babar HUSSAIN" userId="3c08c949-b6b6-4802-ab4f-9bcf79801f46" providerId="ADAL" clId="{80919996-0F21-47E9-8054-C661DDF69D4D}" dt="2026-07-10T18:16:21.177" v="2500" actId="1582"/>
          <ac:spMkLst>
            <pc:docMk/>
            <pc:sldMk cId="4047121801" sldId="261"/>
            <ac:spMk id="18" creationId="{1310BD0F-BE88-DED7-5010-403C01CC450D}"/>
          </ac:spMkLst>
        </pc:spChg>
        <pc:spChg chg="add mod">
          <ac:chgData name="Babar HUSSAIN" userId="3c08c949-b6b6-4802-ab4f-9bcf79801f46" providerId="ADAL" clId="{80919996-0F21-47E9-8054-C661DDF69D4D}" dt="2026-07-10T18:16:21.248" v="2503"/>
          <ac:spMkLst>
            <pc:docMk/>
            <pc:sldMk cId="4047121801" sldId="261"/>
            <ac:spMk id="19" creationId="{0B04F3EB-71D2-0F87-8F86-9FCD9802D792}"/>
          </ac:spMkLst>
        </pc:spChg>
        <pc:spChg chg="add mod">
          <ac:chgData name="Babar HUSSAIN" userId="3c08c949-b6b6-4802-ab4f-9bcf79801f46" providerId="ADAL" clId="{80919996-0F21-47E9-8054-C661DDF69D4D}" dt="2026-07-10T18:16:21.352" v="2515" actId="948"/>
          <ac:spMkLst>
            <pc:docMk/>
            <pc:sldMk cId="4047121801" sldId="261"/>
            <ac:spMk id="20" creationId="{BFA030E9-DB75-5A66-5600-DA3BF7EDB619}"/>
          </ac:spMkLst>
        </pc:spChg>
        <pc:spChg chg="add mod">
          <ac:chgData name="Babar HUSSAIN" userId="3c08c949-b6b6-4802-ab4f-9bcf79801f46" providerId="ADAL" clId="{80919996-0F21-47E9-8054-C661DDF69D4D}" dt="2026-07-10T18:16:21.456" v="2526" actId="948"/>
          <ac:spMkLst>
            <pc:docMk/>
            <pc:sldMk cId="4047121801" sldId="261"/>
            <ac:spMk id="21" creationId="{34EC952E-FDDC-5C8D-5019-FF85C0D9B284}"/>
          </ac:spMkLst>
        </pc:spChg>
        <pc:spChg chg="add mod">
          <ac:chgData name="Babar HUSSAIN" userId="3c08c949-b6b6-4802-ab4f-9bcf79801f46" providerId="ADAL" clId="{80919996-0F21-47E9-8054-C661DDF69D4D}" dt="2026-07-10T18:16:21.490" v="2530" actId="1582"/>
          <ac:spMkLst>
            <pc:docMk/>
            <pc:sldMk cId="4047121801" sldId="261"/>
            <ac:spMk id="22" creationId="{24E10225-1230-3B15-586A-CF1EE3C0BE85}"/>
          </ac:spMkLst>
        </pc:spChg>
        <pc:spChg chg="add mod">
          <ac:chgData name="Babar HUSSAIN" userId="3c08c949-b6b6-4802-ab4f-9bcf79801f46" providerId="ADAL" clId="{80919996-0F21-47E9-8054-C661DDF69D4D}" dt="2026-07-10T18:16:21.566" v="2533"/>
          <ac:spMkLst>
            <pc:docMk/>
            <pc:sldMk cId="4047121801" sldId="261"/>
            <ac:spMk id="23" creationId="{CBEC8E7A-6EBC-7567-ABC6-425F20E84A29}"/>
          </ac:spMkLst>
        </pc:spChg>
        <pc:spChg chg="add mod">
          <ac:chgData name="Babar HUSSAIN" userId="3c08c949-b6b6-4802-ab4f-9bcf79801f46" providerId="ADAL" clId="{80919996-0F21-47E9-8054-C661DDF69D4D}" dt="2026-07-10T18:16:21.668" v="2545" actId="948"/>
          <ac:spMkLst>
            <pc:docMk/>
            <pc:sldMk cId="4047121801" sldId="261"/>
            <ac:spMk id="24" creationId="{1C41C883-E7ED-6AC6-5463-96BACDAC35C6}"/>
          </ac:spMkLst>
        </pc:spChg>
        <pc:spChg chg="add mod">
          <ac:chgData name="Babar HUSSAIN" userId="3c08c949-b6b6-4802-ab4f-9bcf79801f46" providerId="ADAL" clId="{80919996-0F21-47E9-8054-C661DDF69D4D}" dt="2026-07-10T18:16:21.762" v="2556" actId="948"/>
          <ac:spMkLst>
            <pc:docMk/>
            <pc:sldMk cId="4047121801" sldId="261"/>
            <ac:spMk id="25" creationId="{99A966A6-81DF-719E-7D67-A3A1B38D8726}"/>
          </ac:spMkLst>
        </pc:spChg>
        <pc:spChg chg="add mod">
          <ac:chgData name="Babar HUSSAIN" userId="3c08c949-b6b6-4802-ab4f-9bcf79801f46" providerId="ADAL" clId="{80919996-0F21-47E9-8054-C661DDF69D4D}" dt="2026-07-10T18:16:21.796" v="2560" actId="1582"/>
          <ac:spMkLst>
            <pc:docMk/>
            <pc:sldMk cId="4047121801" sldId="261"/>
            <ac:spMk id="26" creationId="{9FE303D5-C98A-312E-1C19-771158E585D3}"/>
          </ac:spMkLst>
        </pc:spChg>
        <pc:spChg chg="add mod">
          <ac:chgData name="Babar HUSSAIN" userId="3c08c949-b6b6-4802-ab4f-9bcf79801f46" providerId="ADAL" clId="{80919996-0F21-47E9-8054-C661DDF69D4D}" dt="2026-07-10T18:16:21.819" v="2563"/>
          <ac:spMkLst>
            <pc:docMk/>
            <pc:sldMk cId="4047121801" sldId="261"/>
            <ac:spMk id="27" creationId="{EBF3C236-8F8F-7D89-B0F3-29D8F6A4F6C6}"/>
          </ac:spMkLst>
        </pc:spChg>
        <pc:spChg chg="add mod">
          <ac:chgData name="Babar HUSSAIN" userId="3c08c949-b6b6-4802-ab4f-9bcf79801f46" providerId="ADAL" clId="{80919996-0F21-47E9-8054-C661DDF69D4D}" dt="2026-07-10T18:16:21.965" v="2575" actId="948"/>
          <ac:spMkLst>
            <pc:docMk/>
            <pc:sldMk cId="4047121801" sldId="261"/>
            <ac:spMk id="28" creationId="{5F253CE0-8308-C3DE-F78C-92F1D6465B9F}"/>
          </ac:spMkLst>
        </pc:spChg>
        <pc:spChg chg="add mod">
          <ac:chgData name="Babar HUSSAIN" userId="3c08c949-b6b6-4802-ab4f-9bcf79801f46" providerId="ADAL" clId="{80919996-0F21-47E9-8054-C661DDF69D4D}" dt="2026-07-10T18:16:22.056" v="2586" actId="948"/>
          <ac:spMkLst>
            <pc:docMk/>
            <pc:sldMk cId="4047121801" sldId="261"/>
            <ac:spMk id="29" creationId="{B70DB3F6-F2C0-2CEC-AFBA-ED56F0AA263D}"/>
          </ac:spMkLst>
        </pc:spChg>
        <pc:spChg chg="add mod">
          <ac:chgData name="Babar HUSSAIN" userId="3c08c949-b6b6-4802-ab4f-9bcf79801f46" providerId="ADAL" clId="{80919996-0F21-47E9-8054-C661DDF69D4D}" dt="2026-07-10T18:16:22.088" v="2590" actId="1582"/>
          <ac:spMkLst>
            <pc:docMk/>
            <pc:sldMk cId="4047121801" sldId="261"/>
            <ac:spMk id="30" creationId="{E2C3D5E0-4CDB-05DD-91AE-F425147FDCD2}"/>
          </ac:spMkLst>
        </pc:spChg>
        <pc:spChg chg="add mod">
          <ac:chgData name="Babar HUSSAIN" userId="3c08c949-b6b6-4802-ab4f-9bcf79801f46" providerId="ADAL" clId="{80919996-0F21-47E9-8054-C661DDF69D4D}" dt="2026-07-10T18:16:22.241" v="2601" actId="948"/>
          <ac:spMkLst>
            <pc:docMk/>
            <pc:sldMk cId="4047121801" sldId="261"/>
            <ac:spMk id="31" creationId="{894236B5-7186-F6D9-F132-33D6A9A521EE}"/>
          </ac:spMkLst>
        </pc:spChg>
        <pc:spChg chg="add mod">
          <ac:chgData name="Babar HUSSAIN" userId="3c08c949-b6b6-4802-ab4f-9bcf79801f46" providerId="ADAL" clId="{80919996-0F21-47E9-8054-C661DDF69D4D}" dt="2026-07-10T18:16:22.348" v="2613" actId="948"/>
          <ac:spMkLst>
            <pc:docMk/>
            <pc:sldMk cId="4047121801" sldId="261"/>
            <ac:spMk id="32" creationId="{84B3081D-8038-8114-F888-2ECABED9BB72}"/>
          </ac:spMkLst>
        </pc:spChg>
        <pc:spChg chg="add mod">
          <ac:chgData name="Babar HUSSAIN" userId="3c08c949-b6b6-4802-ab4f-9bcf79801f46" providerId="ADAL" clId="{80919996-0F21-47E9-8054-C661DDF69D4D}" dt="2026-07-10T18:16:22.502" v="2624" actId="948"/>
          <ac:spMkLst>
            <pc:docMk/>
            <pc:sldMk cId="4047121801" sldId="261"/>
            <ac:spMk id="33" creationId="{A2399852-A95B-EF9F-BF9B-98EEE4E5C181}"/>
          </ac:spMkLst>
        </pc:spChg>
        <pc:cxnChg chg="add mod">
          <ac:chgData name="Babar HUSSAIN" userId="3c08c949-b6b6-4802-ab4f-9bcf79801f46" providerId="ADAL" clId="{80919996-0F21-47E9-8054-C661DDF69D4D}" dt="2026-07-10T18:16:20.145" v="2395" actId="1582"/>
          <ac:cxnSpMkLst>
            <pc:docMk/>
            <pc:sldMk cId="4047121801" sldId="261"/>
            <ac:cxnSpMk id="4" creationId="{A0674033-46EF-7BD4-3702-F62593540FC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D86F-ADB4-5258-55FE-523763088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06D23-A130-E194-ECF3-DFE22C61D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31B2F-9C68-D40F-D390-85E7AF55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D7403-81D7-140D-7265-9780791F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13A93-30F6-DE7E-8BC9-114EA822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84C9-A5A3-3A9C-54F0-DE1D99BB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F1EA7-6972-58DA-E9E8-D507B60C4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59329-CA62-A447-AEAE-487F4E3F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F75B-CF94-6AD1-1D73-AFC6BC1F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6C2F5-ADAB-F666-8539-E4DA8577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4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6D7A-6F9C-7DA0-39DA-0B1983B3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A3B61-C4D5-9AE7-7BA8-4E2C4293D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AD36C-EF7C-15A4-7027-787352F9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36396-1606-62CE-EE30-E28883D7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F0A1-8567-C600-1556-8004CB64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079E-84F7-C453-4EBD-D4209BD7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E6A3-394D-FD15-42CB-B81296919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3044F-8C90-E492-8344-D004810A2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03880-2E57-1F87-5F28-A7DF070A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145E5-8ACF-9BB1-CCFD-A95C5E1B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7721B-0DF6-BE97-4DC3-0300C83D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1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E22C-2E03-3B6B-73A3-F9E6A344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98DDD-6195-266C-16E1-3FFC45214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B48BA-99B7-F705-67E0-1D0C9131E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45F15-2D51-B812-1F5F-FAE1562C8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7B826-1132-B45C-34DE-5214EF70C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5A132-471C-9AE8-2315-5709C057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D5853-D0CB-1B0B-75AB-4781802E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510E6-A380-C17C-AA38-6E709AE7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2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A156-E100-3E56-480D-5446484C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52879-2BEB-D1FD-9CAA-BFFBC65B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191F5-C329-65E8-A982-A75C98F2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A8C7F-6862-7FE0-EDF4-2E93BFB2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EA2FC-13AC-B081-74D9-FA80FF82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3E461-6883-ED8E-AA6C-FED8772A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16A55-DBB5-0B6E-4662-A47CAD70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3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1C71-A87D-19AE-47C3-6E5D603F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FCDED-8E97-C36C-BC75-47E1E2063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7C9E8-C1E8-2F61-3580-B3A081CD8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29CD3-7553-84DF-96AA-C6594EB9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8D612-5836-22C9-F003-BE903409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13BD5-0F39-B46E-0972-C80BA729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3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7F20-E773-B85C-2A8F-2D2587D0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73D31-537B-1246-C74A-F62FD2B08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F2831-D1F3-0A02-5446-78C2DF99F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C0AB1-75D6-62AE-3FC0-0ADBB519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97D7D-D99F-549D-74D0-9A275C7A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CDBC8-37DA-B7B3-F97A-074C0C32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6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E690-861E-1A87-1368-22EE928E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98320-7225-8CB5-A005-426BC3B42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2A015-D22C-8263-9295-1627D766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50E38-868F-C3F9-30AB-AEA10643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7442-ED66-3586-F2CE-CA96A2A1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84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73C3F-3CDF-C854-26C9-5F64497BA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87088-7E77-8F26-7717-A6477E8F3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AF4E-85B2-F693-5C39-79764ADD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46BF5-0F60-CCFA-97AB-B92162B0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F467F-9D10-6D69-9B0B-71AF4639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4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5B49C-EB4C-BD98-D2CF-25F53D6E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4D757-916A-947B-18CA-65D68E697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EA336-1772-5BFF-7EC5-90025318D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9B27D-577E-FC91-EF8E-05D648666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FE6E-A7ED-37F9-C4E9-82C1B419A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8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6B1EF2-F86B-6732-99F4-770D2029FD4C}"/>
              </a:ext>
            </a:extLst>
          </p:cNvPr>
          <p:cNvSpPr txBox="1"/>
          <p:nvPr/>
        </p:nvSpPr>
        <p:spPr>
          <a:xfrm>
            <a:off x="482600" y="254000"/>
            <a:ext cx="711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E8794"/>
                </a:solidFill>
                <a:latin typeface="Aptos" panose="020B0004020202020204" pitchFamily="34" charset="0"/>
              </a:rPr>
              <a:t>RISC-V K1 | VLEN=256 | RVV + IME | OpenMP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3479D-B50F-7A2F-228C-018ADBD6A0AB}"/>
              </a:ext>
            </a:extLst>
          </p:cNvPr>
          <p:cNvSpPr txBox="1"/>
          <p:nvPr/>
        </p:nvSpPr>
        <p:spPr>
          <a:xfrm>
            <a:off x="482600" y="508000"/>
            <a:ext cx="939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22238"/>
                </a:solidFill>
                <a:latin typeface="Aptos" panose="020B0004020202020204" pitchFamily="34" charset="0"/>
              </a:rPr>
              <a:t>Heterogeneous RVV-IME GEMM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BEB39-FF0A-779D-B360-9B9DA0EA59D9}"/>
              </a:ext>
            </a:extLst>
          </p:cNvPr>
          <p:cNvSpPr txBox="1"/>
          <p:nvPr/>
        </p:nvSpPr>
        <p:spPr>
          <a:xfrm>
            <a:off x="508000" y="952500"/>
            <a:ext cx="10414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OpenMP is used to schedule C tiles across K1 cores; RVV and IME kernels do the arithmetic.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5460B-B51D-382C-BBC6-71B7F3A0DA15}"/>
              </a:ext>
            </a:extLst>
          </p:cNvPr>
          <p:cNvSpPr txBox="1"/>
          <p:nvPr/>
        </p:nvSpPr>
        <p:spPr>
          <a:xfrm>
            <a:off x="11176000" y="330200"/>
            <a:ext cx="533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87E7A"/>
                </a:solidFill>
                <a:latin typeface="Aptos" panose="020B0004020202020204" pitchFamily="34" charset="0"/>
              </a:rPr>
              <a:t>01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92DF95-E071-0F6A-A8CC-53C5EF1D2BE5}"/>
              </a:ext>
            </a:extLst>
          </p:cNvPr>
          <p:cNvCxnSpPr/>
          <p:nvPr/>
        </p:nvCxnSpPr>
        <p:spPr>
          <a:xfrm>
            <a:off x="482600" y="1270000"/>
            <a:ext cx="11226800" cy="0"/>
          </a:xfrm>
          <a:prstGeom prst="line">
            <a:avLst/>
          </a:prstGeom>
          <a:ln w="11430">
            <a:solidFill>
              <a:srgbClr val="CD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F24C3A6-49B7-BA8C-54F9-45C1E91E288A}"/>
              </a:ext>
            </a:extLst>
          </p:cNvPr>
          <p:cNvSpPr txBox="1"/>
          <p:nvPr/>
        </p:nvSpPr>
        <p:spPr>
          <a:xfrm>
            <a:off x="482600" y="6578600"/>
            <a:ext cx="11176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30">
                <a:solidFill>
                  <a:srgbClr val="7E8794"/>
                </a:solidFill>
                <a:latin typeface="Aptos" panose="020B0004020202020204" pitchFamily="34" charset="0"/>
              </a:rPr>
              <a:t>HETEROGENEOUS_RVV_IME_OPENMP_GEMM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028F2-2A5A-54DC-3BA9-9E4F337A7A60}"/>
              </a:ext>
            </a:extLst>
          </p:cNvPr>
          <p:cNvSpPr txBox="1"/>
          <p:nvPr/>
        </p:nvSpPr>
        <p:spPr>
          <a:xfrm>
            <a:off x="736600" y="1778000"/>
            <a:ext cx="165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87E7A"/>
                </a:solidFill>
                <a:latin typeface="Aptos" panose="020B0004020202020204" pitchFamily="34" charset="0"/>
              </a:rPr>
              <a:t>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6F15DB-EAEE-3F8D-80A4-0034B3D68466}"/>
              </a:ext>
            </a:extLst>
          </p:cNvPr>
          <p:cNvSpPr txBox="1"/>
          <p:nvPr/>
        </p:nvSpPr>
        <p:spPr>
          <a:xfrm>
            <a:off x="736600" y="2133600"/>
            <a:ext cx="10414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E242E"/>
                </a:solidFill>
                <a:latin typeface="Aptos" panose="020B0004020202020204" pitchFamily="34" charset="0"/>
              </a:rPr>
              <a:t>Measure how existing GEMM micro-kernels behave when they run together across the full K1 board.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21F166-0793-7046-1B3F-9BCD6ACD897F}"/>
              </a:ext>
            </a:extLst>
          </p:cNvPr>
          <p:cNvSpPr/>
          <p:nvPr/>
        </p:nvSpPr>
        <p:spPr>
          <a:xfrm>
            <a:off x="914400" y="3429000"/>
            <a:ext cx="2857500" cy="1092200"/>
          </a:xfrm>
          <a:prstGeom prst="rect">
            <a:avLst/>
          </a:prstGeom>
          <a:solidFill>
            <a:srgbClr val="EEF4FA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83F35-4623-CF33-F3B6-D9C9E930C46B}"/>
              </a:ext>
            </a:extLst>
          </p:cNvPr>
          <p:cNvSpPr/>
          <p:nvPr/>
        </p:nvSpPr>
        <p:spPr>
          <a:xfrm>
            <a:off x="914400" y="3429000"/>
            <a:ext cx="76200" cy="1092200"/>
          </a:xfrm>
          <a:prstGeom prst="rect">
            <a:avLst/>
          </a:prstGeom>
          <a:solidFill>
            <a:srgbClr val="2658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15DB8-3B6E-81DF-8D09-A18DF5DF912A}"/>
              </a:ext>
            </a:extLst>
          </p:cNvPr>
          <p:cNvSpPr txBox="1"/>
          <p:nvPr/>
        </p:nvSpPr>
        <p:spPr>
          <a:xfrm>
            <a:off x="1143000" y="3606800"/>
            <a:ext cx="24511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26588B"/>
                </a:solidFill>
                <a:latin typeface="Aptos" panose="020B0004020202020204" pitchFamily="34" charset="0"/>
              </a:rPr>
              <a:t>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50CCF-C810-AFE9-5691-706C9A93495F}"/>
              </a:ext>
            </a:extLst>
          </p:cNvPr>
          <p:cNvSpPr txBox="1"/>
          <p:nvPr/>
        </p:nvSpPr>
        <p:spPr>
          <a:xfrm>
            <a:off x="1143000" y="3975100"/>
            <a:ext cx="24511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Existing RVV and IME micro-kernels.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7202B5-A328-07D9-B685-F4D1374E6BAC}"/>
              </a:ext>
            </a:extLst>
          </p:cNvPr>
          <p:cNvSpPr/>
          <p:nvPr/>
        </p:nvSpPr>
        <p:spPr>
          <a:xfrm>
            <a:off x="4673600" y="3429000"/>
            <a:ext cx="2857500" cy="1092200"/>
          </a:xfrm>
          <a:prstGeom prst="rect">
            <a:avLst/>
          </a:prstGeom>
          <a:solidFill>
            <a:srgbClr val="E8F6F5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17BD63-FE8C-97B0-EABE-A064DF18A52F}"/>
              </a:ext>
            </a:extLst>
          </p:cNvPr>
          <p:cNvSpPr/>
          <p:nvPr/>
        </p:nvSpPr>
        <p:spPr>
          <a:xfrm>
            <a:off x="4673600" y="3429000"/>
            <a:ext cx="76200" cy="1092200"/>
          </a:xfrm>
          <a:prstGeom prst="rect">
            <a:avLst/>
          </a:prstGeom>
          <a:solidFill>
            <a:srgbClr val="18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22D915-1BDA-A500-2147-E0221F0AA622}"/>
              </a:ext>
            </a:extLst>
          </p:cNvPr>
          <p:cNvSpPr txBox="1"/>
          <p:nvPr/>
        </p:nvSpPr>
        <p:spPr>
          <a:xfrm>
            <a:off x="4902200" y="3606800"/>
            <a:ext cx="24511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187E7A"/>
                </a:solidFill>
                <a:latin typeface="Aptos" panose="020B0004020202020204" pitchFamily="34" charset="0"/>
              </a:rPr>
              <a:t>OpenMP layer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FBF67-5F4D-B241-C6C1-99BBFF5688E4}"/>
              </a:ext>
            </a:extLst>
          </p:cNvPr>
          <p:cNvSpPr txBox="1"/>
          <p:nvPr/>
        </p:nvSpPr>
        <p:spPr>
          <a:xfrm>
            <a:off x="4902200" y="3975100"/>
            <a:ext cx="24511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Creates worker threads and gives each worker C-column tiles.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81DE97-DD2A-C042-1F18-4E010FD1E926}"/>
              </a:ext>
            </a:extLst>
          </p:cNvPr>
          <p:cNvSpPr/>
          <p:nvPr/>
        </p:nvSpPr>
        <p:spPr>
          <a:xfrm>
            <a:off x="8432800" y="3429000"/>
            <a:ext cx="2857500" cy="1092200"/>
          </a:xfrm>
          <a:prstGeom prst="rect">
            <a:avLst/>
          </a:prstGeom>
          <a:solidFill>
            <a:srgbClr val="FDF2E8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C3263F-6706-085D-3E9C-A12EFA498A45}"/>
              </a:ext>
            </a:extLst>
          </p:cNvPr>
          <p:cNvSpPr/>
          <p:nvPr/>
        </p:nvSpPr>
        <p:spPr>
          <a:xfrm>
            <a:off x="8432800" y="3429000"/>
            <a:ext cx="76200" cy="1092200"/>
          </a:xfrm>
          <a:prstGeom prst="rect">
            <a:avLst/>
          </a:prstGeom>
          <a:solidFill>
            <a:srgbClr val="C465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BB058-AADD-57AF-E295-14544851784F}"/>
              </a:ext>
            </a:extLst>
          </p:cNvPr>
          <p:cNvSpPr txBox="1"/>
          <p:nvPr/>
        </p:nvSpPr>
        <p:spPr>
          <a:xfrm>
            <a:off x="8661400" y="3606800"/>
            <a:ext cx="24511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C46526"/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6FD9CC-7E68-9109-84EB-FC1F78825626}"/>
              </a:ext>
            </a:extLst>
          </p:cNvPr>
          <p:cNvSpPr txBox="1"/>
          <p:nvPr/>
        </p:nvSpPr>
        <p:spPr>
          <a:xfrm>
            <a:off x="8661400" y="3975100"/>
            <a:ext cx="24511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Time, GFLOPS/GOPS, CPU placement, and tile counts.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AF25FF-D613-8123-8016-D6244116E23B}"/>
              </a:ext>
            </a:extLst>
          </p:cNvPr>
          <p:cNvSpPr/>
          <p:nvPr/>
        </p:nvSpPr>
        <p:spPr>
          <a:xfrm>
            <a:off x="1524000" y="5207000"/>
            <a:ext cx="9144000" cy="558800"/>
          </a:xfrm>
          <a:prstGeom prst="rect">
            <a:avLst/>
          </a:prstGeom>
          <a:solidFill>
            <a:srgbClr val="F8FAFC"/>
          </a:solidFill>
          <a:ln w="11430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5FA108-BFF0-2BBE-369F-9C9269525223}"/>
              </a:ext>
            </a:extLst>
          </p:cNvPr>
          <p:cNvSpPr txBox="1"/>
          <p:nvPr/>
        </p:nvSpPr>
        <p:spPr>
          <a:xfrm>
            <a:off x="1778000" y="5372100"/>
            <a:ext cx="8636000" cy="1800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70" b="1">
                <a:solidFill>
                  <a:srgbClr val="122238"/>
                </a:solidFill>
                <a:latin typeface="Aptos" panose="020B0004020202020204" pitchFamily="34" charset="0"/>
              </a:rPr>
              <a:t>GEMM equation stays unchanged:  C(i,j) = C(i,j) + sum_k A(i,k) x B(k,j)</a:t>
            </a:r>
          </a:p>
        </p:txBody>
      </p:sp>
    </p:spTree>
    <p:extLst>
      <p:ext uri="{BB962C8B-B14F-4D97-AF65-F5344CB8AC3E}">
        <p14:creationId xmlns:p14="http://schemas.microsoft.com/office/powerpoint/2010/main" val="209315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53AF8-758A-C0AB-EE2C-DE75910ADDBA}"/>
              </a:ext>
            </a:extLst>
          </p:cNvPr>
          <p:cNvSpPr txBox="1"/>
          <p:nvPr/>
        </p:nvSpPr>
        <p:spPr>
          <a:xfrm>
            <a:off x="482600" y="254000"/>
            <a:ext cx="711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E8794"/>
                </a:solidFill>
                <a:latin typeface="Aptos" panose="020B0004020202020204" pitchFamily="34" charset="0"/>
              </a:rPr>
              <a:t>RISC-V K1 | VLEN=256 | RVV + IME | OpenMP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F0774-CE57-0672-0D65-DBD1EFBC1699}"/>
              </a:ext>
            </a:extLst>
          </p:cNvPr>
          <p:cNvSpPr txBox="1"/>
          <p:nvPr/>
        </p:nvSpPr>
        <p:spPr>
          <a:xfrm>
            <a:off x="482600" y="508000"/>
            <a:ext cx="939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22238"/>
                </a:solidFill>
                <a:latin typeface="Aptos" panose="020B0004020202020204" pitchFamily="34" charset="0"/>
              </a:rPr>
              <a:t>K1 Mapping and C-Tile Split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EB0E2-0B47-21F6-0A2B-4B4488C4C23E}"/>
              </a:ext>
            </a:extLst>
          </p:cNvPr>
          <p:cNvSpPr txBox="1"/>
          <p:nvPr/>
        </p:nvSpPr>
        <p:spPr>
          <a:xfrm>
            <a:off x="508000" y="952500"/>
            <a:ext cx="10414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The output matrix C is divided by columns because each column tile is an independent output region.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04F24-E53B-E4A2-8C30-740368DB3554}"/>
              </a:ext>
            </a:extLst>
          </p:cNvPr>
          <p:cNvSpPr txBox="1"/>
          <p:nvPr/>
        </p:nvSpPr>
        <p:spPr>
          <a:xfrm>
            <a:off x="11176000" y="330200"/>
            <a:ext cx="533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87E7A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DC401E-D8AF-863D-B722-D6B1B1006280}"/>
              </a:ext>
            </a:extLst>
          </p:cNvPr>
          <p:cNvCxnSpPr/>
          <p:nvPr/>
        </p:nvCxnSpPr>
        <p:spPr>
          <a:xfrm>
            <a:off x="482600" y="1270000"/>
            <a:ext cx="11226800" cy="0"/>
          </a:xfrm>
          <a:prstGeom prst="line">
            <a:avLst/>
          </a:prstGeom>
          <a:ln w="11430">
            <a:solidFill>
              <a:srgbClr val="CD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FF71E8-6FAC-1BEF-C8B8-EA6868F1DB9D}"/>
              </a:ext>
            </a:extLst>
          </p:cNvPr>
          <p:cNvSpPr txBox="1"/>
          <p:nvPr/>
        </p:nvSpPr>
        <p:spPr>
          <a:xfrm>
            <a:off x="482600" y="6578600"/>
            <a:ext cx="11176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30">
                <a:solidFill>
                  <a:srgbClr val="7E8794"/>
                </a:solidFill>
                <a:latin typeface="Aptos" panose="020B0004020202020204" pitchFamily="34" charset="0"/>
              </a:rPr>
              <a:t>HETEROGENEOUS_RVV_IME_OPENMP_GEMM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ADBE97-C2CA-7481-D9BA-6F1D5DBC25C0}"/>
              </a:ext>
            </a:extLst>
          </p:cNvPr>
          <p:cNvSpPr/>
          <p:nvPr/>
        </p:nvSpPr>
        <p:spPr>
          <a:xfrm>
            <a:off x="889000" y="1778000"/>
            <a:ext cx="3048000" cy="990600"/>
          </a:xfrm>
          <a:prstGeom prst="rect">
            <a:avLst/>
          </a:prstGeom>
          <a:solidFill>
            <a:srgbClr val="E8F6F5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EF2D14-FC9F-C58B-50D9-918C7D4D194A}"/>
              </a:ext>
            </a:extLst>
          </p:cNvPr>
          <p:cNvSpPr/>
          <p:nvPr/>
        </p:nvSpPr>
        <p:spPr>
          <a:xfrm>
            <a:off x="889000" y="1778000"/>
            <a:ext cx="76200" cy="990600"/>
          </a:xfrm>
          <a:prstGeom prst="rect">
            <a:avLst/>
          </a:prstGeom>
          <a:solidFill>
            <a:srgbClr val="18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F9ABF2-DAEE-2D6C-B078-DFB705E65D47}"/>
              </a:ext>
            </a:extLst>
          </p:cNvPr>
          <p:cNvSpPr txBox="1"/>
          <p:nvPr/>
        </p:nvSpPr>
        <p:spPr>
          <a:xfrm>
            <a:off x="1117600" y="1955800"/>
            <a:ext cx="2641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187E7A"/>
                </a:solidFill>
                <a:latin typeface="Aptos" panose="020B0004020202020204" pitchFamily="34" charset="0"/>
              </a:rPr>
              <a:t>K1 cores 0-3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B945AA-76F1-F7C8-9E93-E70373BA32AD}"/>
              </a:ext>
            </a:extLst>
          </p:cNvPr>
          <p:cNvSpPr txBox="1"/>
          <p:nvPr/>
        </p:nvSpPr>
        <p:spPr>
          <a:xfrm>
            <a:off x="1117600" y="2324100"/>
            <a:ext cx="264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IME-capable domain.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BA6E3D-D40C-DA61-1FCB-772B6BC4C4A5}"/>
              </a:ext>
            </a:extLst>
          </p:cNvPr>
          <p:cNvSpPr/>
          <p:nvPr/>
        </p:nvSpPr>
        <p:spPr>
          <a:xfrm>
            <a:off x="4572000" y="1778000"/>
            <a:ext cx="3048000" cy="990600"/>
          </a:xfrm>
          <a:prstGeom prst="rect">
            <a:avLst/>
          </a:prstGeom>
          <a:solidFill>
            <a:srgbClr val="EEF4FA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2B46FE-0B2A-075C-4425-AE4F3E557A92}"/>
              </a:ext>
            </a:extLst>
          </p:cNvPr>
          <p:cNvSpPr/>
          <p:nvPr/>
        </p:nvSpPr>
        <p:spPr>
          <a:xfrm>
            <a:off x="4572000" y="1778000"/>
            <a:ext cx="76200" cy="990600"/>
          </a:xfrm>
          <a:prstGeom prst="rect">
            <a:avLst/>
          </a:prstGeom>
          <a:solidFill>
            <a:srgbClr val="2658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2D717-7351-3A83-4805-3C0151E0FE61}"/>
              </a:ext>
            </a:extLst>
          </p:cNvPr>
          <p:cNvSpPr txBox="1"/>
          <p:nvPr/>
        </p:nvSpPr>
        <p:spPr>
          <a:xfrm>
            <a:off x="4800600" y="1955800"/>
            <a:ext cx="2641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26588B"/>
                </a:solidFill>
                <a:latin typeface="Aptos" panose="020B0004020202020204" pitchFamily="34" charset="0"/>
              </a:rPr>
              <a:t>K1 cores 4-7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D2407-9825-64B2-64D6-A936ADD4D629}"/>
              </a:ext>
            </a:extLst>
          </p:cNvPr>
          <p:cNvSpPr txBox="1"/>
          <p:nvPr/>
        </p:nvSpPr>
        <p:spPr>
          <a:xfrm>
            <a:off x="4800600" y="2324100"/>
            <a:ext cx="264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RVV domain.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F1D3FC-6334-C435-0779-A7C0948B5082}"/>
              </a:ext>
            </a:extLst>
          </p:cNvPr>
          <p:cNvSpPr/>
          <p:nvPr/>
        </p:nvSpPr>
        <p:spPr>
          <a:xfrm>
            <a:off x="8255000" y="1778000"/>
            <a:ext cx="3048000" cy="990600"/>
          </a:xfrm>
          <a:prstGeom prst="rect">
            <a:avLst/>
          </a:prstGeom>
          <a:solidFill>
            <a:srgbClr val="EFF8F3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F2C4E-256B-2B95-CD5B-338C50488A45}"/>
              </a:ext>
            </a:extLst>
          </p:cNvPr>
          <p:cNvSpPr/>
          <p:nvPr/>
        </p:nvSpPr>
        <p:spPr>
          <a:xfrm>
            <a:off x="8255000" y="1778000"/>
            <a:ext cx="76200" cy="990600"/>
          </a:xfrm>
          <a:prstGeom prst="rect">
            <a:avLst/>
          </a:prstGeom>
          <a:solidFill>
            <a:srgbClr val="4082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3B8E16-8AF5-CDF1-BD31-6D1FDC85A252}"/>
              </a:ext>
            </a:extLst>
          </p:cNvPr>
          <p:cNvSpPr txBox="1"/>
          <p:nvPr/>
        </p:nvSpPr>
        <p:spPr>
          <a:xfrm>
            <a:off x="8483600" y="1955800"/>
            <a:ext cx="2641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408258"/>
                </a:solidFill>
                <a:latin typeface="Aptos" panose="020B0004020202020204" pitchFamily="34" charset="0"/>
              </a:rPr>
              <a:t>Thread placement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A03F8D-58E8-8F29-22E4-1C050A8B0994}"/>
              </a:ext>
            </a:extLst>
          </p:cNvPr>
          <p:cNvSpPr txBox="1"/>
          <p:nvPr/>
        </p:nvSpPr>
        <p:spPr>
          <a:xfrm>
            <a:off x="8483600" y="2324100"/>
            <a:ext cx="2641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taskset + OMP_PLACES=cores + OMP_PROC_BIND=close.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F1A607-1074-C08A-302C-3FFCA41010E4}"/>
              </a:ext>
            </a:extLst>
          </p:cNvPr>
          <p:cNvSpPr/>
          <p:nvPr/>
        </p:nvSpPr>
        <p:spPr>
          <a:xfrm>
            <a:off x="1092200" y="3657600"/>
            <a:ext cx="10007600" cy="1168400"/>
          </a:xfrm>
          <a:prstGeom prst="rect">
            <a:avLst/>
          </a:prstGeom>
          <a:solidFill>
            <a:srgbClr val="F8FAFC"/>
          </a:solidFill>
          <a:ln w="11430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51871-695A-5095-E9DF-EED06BD1B328}"/>
              </a:ext>
            </a:extLst>
          </p:cNvPr>
          <p:cNvSpPr txBox="1"/>
          <p:nvPr/>
        </p:nvSpPr>
        <p:spPr>
          <a:xfrm>
            <a:off x="1422400" y="3873500"/>
            <a:ext cx="933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4E5765"/>
                </a:solidFill>
                <a:latin typeface="Aptos" panose="020B0004020202020204" pitchFamily="34" charset="0"/>
              </a:rPr>
              <a:t>For N = 1024 and tile_N = 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0CCAA6-DB85-4CAF-7A6C-26AC1C62CA6F}"/>
              </a:ext>
            </a:extLst>
          </p:cNvPr>
          <p:cNvSpPr txBox="1"/>
          <p:nvPr/>
        </p:nvSpPr>
        <p:spPr>
          <a:xfrm>
            <a:off x="1422400" y="4216400"/>
            <a:ext cx="9334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2000" b="1">
                <a:solidFill>
                  <a:srgbClr val="187E7A"/>
                </a:solidFill>
                <a:latin typeface="Aptos" panose="020B0004020202020204" pitchFamily="34" charset="0"/>
              </a:rPr>
              <a:t>C-column tiles = 1024 / 32 = 32</a:t>
            </a:r>
            <a:endParaRPr lang="en-US" sz="2000" b="1">
              <a:solidFill>
                <a:srgbClr val="187E7A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0C15E4-A63C-6948-EF60-76AC0EAC5A90}"/>
              </a:ext>
            </a:extLst>
          </p:cNvPr>
          <p:cNvSpPr txBox="1"/>
          <p:nvPr/>
        </p:nvSpPr>
        <p:spPr>
          <a:xfrm>
            <a:off x="1422400" y="5384800"/>
            <a:ext cx="9334500" cy="1908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40" b="1">
                <a:solidFill>
                  <a:srgbClr val="122238"/>
                </a:solidFill>
                <a:latin typeface="Aptos" panose="020B0004020202020204" pitchFamily="34" charset="0"/>
              </a:rPr>
              <a:t>A and B are shared reads. C is split into separate write regions.</a:t>
            </a:r>
          </a:p>
        </p:txBody>
      </p:sp>
    </p:spTree>
    <p:extLst>
      <p:ext uri="{BB962C8B-B14F-4D97-AF65-F5344CB8AC3E}">
        <p14:creationId xmlns:p14="http://schemas.microsoft.com/office/powerpoint/2010/main" val="85872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E5160-259D-0BBA-DCAE-E538C7A408F7}"/>
              </a:ext>
            </a:extLst>
          </p:cNvPr>
          <p:cNvSpPr txBox="1"/>
          <p:nvPr/>
        </p:nvSpPr>
        <p:spPr>
          <a:xfrm>
            <a:off x="482600" y="254000"/>
            <a:ext cx="711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E8794"/>
                </a:solidFill>
                <a:latin typeface="Aptos" panose="020B0004020202020204" pitchFamily="34" charset="0"/>
              </a:rPr>
              <a:t>RISC-V K1 | VLEN=256 | RVV + IME | OpenMP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D748C-C8ED-BFF2-A6C6-895AF9D9FE67}"/>
              </a:ext>
            </a:extLst>
          </p:cNvPr>
          <p:cNvSpPr txBox="1"/>
          <p:nvPr/>
        </p:nvSpPr>
        <p:spPr>
          <a:xfrm>
            <a:off x="482600" y="508000"/>
            <a:ext cx="939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22238"/>
                </a:solidFill>
                <a:latin typeface="Aptos" panose="020B0004020202020204" pitchFamily="34" charset="0"/>
              </a:rPr>
              <a:t>OpenMP Library Role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6446E-96AE-24E5-E558-F2E60873BA1A}"/>
              </a:ext>
            </a:extLst>
          </p:cNvPr>
          <p:cNvSpPr txBox="1"/>
          <p:nvPr/>
        </p:nvSpPr>
        <p:spPr>
          <a:xfrm>
            <a:off x="508000" y="952500"/>
            <a:ext cx="10414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OpenMP manages threads and safe tile ownership; the RVV/IME kernels remain the compute engines.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BD1FC-A1EE-C944-0F8B-1209C02499D9}"/>
              </a:ext>
            </a:extLst>
          </p:cNvPr>
          <p:cNvSpPr txBox="1"/>
          <p:nvPr/>
        </p:nvSpPr>
        <p:spPr>
          <a:xfrm>
            <a:off x="11176000" y="330200"/>
            <a:ext cx="533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87E7A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376EE3-9A2D-5466-5E09-EA5B1774DADB}"/>
              </a:ext>
            </a:extLst>
          </p:cNvPr>
          <p:cNvCxnSpPr/>
          <p:nvPr/>
        </p:nvCxnSpPr>
        <p:spPr>
          <a:xfrm>
            <a:off x="482600" y="1270000"/>
            <a:ext cx="11226800" cy="0"/>
          </a:xfrm>
          <a:prstGeom prst="line">
            <a:avLst/>
          </a:prstGeom>
          <a:ln w="11430">
            <a:solidFill>
              <a:srgbClr val="CD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105EB3-184E-AAF6-1CBE-60EFDBBD3FA3}"/>
              </a:ext>
            </a:extLst>
          </p:cNvPr>
          <p:cNvSpPr txBox="1"/>
          <p:nvPr/>
        </p:nvSpPr>
        <p:spPr>
          <a:xfrm>
            <a:off x="482600" y="6578600"/>
            <a:ext cx="11176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30">
                <a:solidFill>
                  <a:srgbClr val="7E8794"/>
                </a:solidFill>
                <a:latin typeface="Aptos" panose="020B0004020202020204" pitchFamily="34" charset="0"/>
              </a:rPr>
              <a:t>HETEROGENEOUS_RVV_IME_OPENMP_GEMM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BBC23A-4580-50D0-DE33-82DC3430B697}"/>
              </a:ext>
            </a:extLst>
          </p:cNvPr>
          <p:cNvSpPr/>
          <p:nvPr/>
        </p:nvSpPr>
        <p:spPr>
          <a:xfrm>
            <a:off x="889000" y="1714500"/>
            <a:ext cx="3175000" cy="914400"/>
          </a:xfrm>
          <a:prstGeom prst="rect">
            <a:avLst/>
          </a:prstGeom>
          <a:solidFill>
            <a:srgbClr val="EEF4FA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0A2827-CA1D-69FB-5D42-486778102942}"/>
              </a:ext>
            </a:extLst>
          </p:cNvPr>
          <p:cNvSpPr/>
          <p:nvPr/>
        </p:nvSpPr>
        <p:spPr>
          <a:xfrm>
            <a:off x="889000" y="1714500"/>
            <a:ext cx="76200" cy="914400"/>
          </a:xfrm>
          <a:prstGeom prst="rect">
            <a:avLst/>
          </a:prstGeom>
          <a:solidFill>
            <a:srgbClr val="2658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71FAEE-B6B5-D9F5-E2AF-F9E85159CDE3}"/>
              </a:ext>
            </a:extLst>
          </p:cNvPr>
          <p:cNvSpPr txBox="1"/>
          <p:nvPr/>
        </p:nvSpPr>
        <p:spPr>
          <a:xfrm>
            <a:off x="1117600" y="1892300"/>
            <a:ext cx="2768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26588B"/>
                </a:solidFill>
                <a:latin typeface="Aptos" panose="020B0004020202020204" pitchFamily="34" charset="0"/>
              </a:rPr>
              <a:t>Compile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8AECE-36B4-7662-58B8-6E588DFD1EE7}"/>
              </a:ext>
            </a:extLst>
          </p:cNvPr>
          <p:cNvSpPr txBox="1"/>
          <p:nvPr/>
        </p:nvSpPr>
        <p:spPr>
          <a:xfrm>
            <a:off x="1117600" y="2260600"/>
            <a:ext cx="2768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-fopenmp links the OpenMP runtime.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E390FE-6F1E-5878-E989-A7B67D5AD849}"/>
              </a:ext>
            </a:extLst>
          </p:cNvPr>
          <p:cNvSpPr/>
          <p:nvPr/>
        </p:nvSpPr>
        <p:spPr>
          <a:xfrm>
            <a:off x="4508500" y="1714500"/>
            <a:ext cx="3175000" cy="914400"/>
          </a:xfrm>
          <a:prstGeom prst="rect">
            <a:avLst/>
          </a:prstGeom>
          <a:solidFill>
            <a:srgbClr val="E8F6F5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334F3-3021-A305-895D-AB7126820A69}"/>
              </a:ext>
            </a:extLst>
          </p:cNvPr>
          <p:cNvSpPr/>
          <p:nvPr/>
        </p:nvSpPr>
        <p:spPr>
          <a:xfrm>
            <a:off x="4508500" y="1714500"/>
            <a:ext cx="76200" cy="914400"/>
          </a:xfrm>
          <a:prstGeom prst="rect">
            <a:avLst/>
          </a:prstGeom>
          <a:solidFill>
            <a:srgbClr val="18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E916B-9731-DBA2-525A-099AF24FA3E4}"/>
              </a:ext>
            </a:extLst>
          </p:cNvPr>
          <p:cNvSpPr txBox="1"/>
          <p:nvPr/>
        </p:nvSpPr>
        <p:spPr>
          <a:xfrm>
            <a:off x="4737100" y="1892300"/>
            <a:ext cx="2768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187E7A"/>
                </a:solidFill>
                <a:latin typeface="Aptos" panose="020B0004020202020204" pitchFamily="34" charset="0"/>
              </a:rPr>
              <a:t>Create workers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5429AD-D977-2AA9-75AE-A1C2022EEDC6}"/>
              </a:ext>
            </a:extLst>
          </p:cNvPr>
          <p:cNvSpPr txBox="1"/>
          <p:nvPr/>
        </p:nvSpPr>
        <p:spPr>
          <a:xfrm>
            <a:off x="4737100" y="2260600"/>
            <a:ext cx="2768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#pragma omp parallel starts the worker team.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EA31E-523F-E947-DEBA-3048BDEDDDF8}"/>
              </a:ext>
            </a:extLst>
          </p:cNvPr>
          <p:cNvSpPr/>
          <p:nvPr/>
        </p:nvSpPr>
        <p:spPr>
          <a:xfrm>
            <a:off x="8128000" y="1714500"/>
            <a:ext cx="3175000" cy="914400"/>
          </a:xfrm>
          <a:prstGeom prst="rect">
            <a:avLst/>
          </a:prstGeom>
          <a:solidFill>
            <a:srgbClr val="EFF8F3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1AED1B-D349-00B4-6BAF-60782D31094D}"/>
              </a:ext>
            </a:extLst>
          </p:cNvPr>
          <p:cNvSpPr/>
          <p:nvPr/>
        </p:nvSpPr>
        <p:spPr>
          <a:xfrm>
            <a:off x="8128000" y="1714500"/>
            <a:ext cx="76200" cy="914400"/>
          </a:xfrm>
          <a:prstGeom prst="rect">
            <a:avLst/>
          </a:prstGeom>
          <a:solidFill>
            <a:srgbClr val="4082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E96CC5-88AE-4413-E19F-7203A7AF9803}"/>
              </a:ext>
            </a:extLst>
          </p:cNvPr>
          <p:cNvSpPr txBox="1"/>
          <p:nvPr/>
        </p:nvSpPr>
        <p:spPr>
          <a:xfrm>
            <a:off x="8356600" y="1892300"/>
            <a:ext cx="2768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408258"/>
                </a:solidFill>
                <a:latin typeface="Aptos" panose="020B0004020202020204" pitchFamily="34" charset="0"/>
              </a:rPr>
              <a:t>Control workers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48356-93CF-D127-6AE2-FFCD90E729E4}"/>
              </a:ext>
            </a:extLst>
          </p:cNvPr>
          <p:cNvSpPr txBox="1"/>
          <p:nvPr/>
        </p:nvSpPr>
        <p:spPr>
          <a:xfrm>
            <a:off x="8356600" y="2260600"/>
            <a:ext cx="2768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OMP_NUM_THREADS selects the number of workers.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115B64-330E-D073-2D2D-5BEAFF48FF18}"/>
              </a:ext>
            </a:extLst>
          </p:cNvPr>
          <p:cNvSpPr/>
          <p:nvPr/>
        </p:nvSpPr>
        <p:spPr>
          <a:xfrm>
            <a:off x="889000" y="3175000"/>
            <a:ext cx="3175000" cy="965200"/>
          </a:xfrm>
          <a:prstGeom prst="rect">
            <a:avLst/>
          </a:prstGeom>
          <a:solidFill>
            <a:srgbClr val="EFF8F3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E8C916-7177-BD64-6657-F19F7E4B2ECA}"/>
              </a:ext>
            </a:extLst>
          </p:cNvPr>
          <p:cNvSpPr/>
          <p:nvPr/>
        </p:nvSpPr>
        <p:spPr>
          <a:xfrm>
            <a:off x="889000" y="3175000"/>
            <a:ext cx="76200" cy="965200"/>
          </a:xfrm>
          <a:prstGeom prst="rect">
            <a:avLst/>
          </a:prstGeom>
          <a:solidFill>
            <a:srgbClr val="4082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77859F-47B7-72B0-9B9A-CD7A2EA7E596}"/>
              </a:ext>
            </a:extLst>
          </p:cNvPr>
          <p:cNvSpPr txBox="1"/>
          <p:nvPr/>
        </p:nvSpPr>
        <p:spPr>
          <a:xfrm>
            <a:off x="1117600" y="3352800"/>
            <a:ext cx="2768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408258"/>
                </a:solidFill>
                <a:latin typeface="Aptos" panose="020B0004020202020204" pitchFamily="34" charset="0"/>
              </a:rPr>
              <a:t>Bind to cores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E8C706-B5CD-B08C-EDD4-6988D5C7AB66}"/>
              </a:ext>
            </a:extLst>
          </p:cNvPr>
          <p:cNvSpPr txBox="1"/>
          <p:nvPr/>
        </p:nvSpPr>
        <p:spPr>
          <a:xfrm>
            <a:off x="1117600" y="3721100"/>
            <a:ext cx="2768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taskset, OMP_PLACES=cores, and OMP_PROC_BIND=close guide placement.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2047F1-B271-9E9E-09CB-FC4075873BBC}"/>
              </a:ext>
            </a:extLst>
          </p:cNvPr>
          <p:cNvSpPr/>
          <p:nvPr/>
        </p:nvSpPr>
        <p:spPr>
          <a:xfrm>
            <a:off x="4508500" y="3175000"/>
            <a:ext cx="3175000" cy="965200"/>
          </a:xfrm>
          <a:prstGeom prst="rect">
            <a:avLst/>
          </a:prstGeom>
          <a:solidFill>
            <a:srgbClr val="FDF2E8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39C250-483E-EAB1-8AD8-00C2208DE3B6}"/>
              </a:ext>
            </a:extLst>
          </p:cNvPr>
          <p:cNvSpPr/>
          <p:nvPr/>
        </p:nvSpPr>
        <p:spPr>
          <a:xfrm>
            <a:off x="4508500" y="3175000"/>
            <a:ext cx="76200" cy="965200"/>
          </a:xfrm>
          <a:prstGeom prst="rect">
            <a:avLst/>
          </a:prstGeom>
          <a:solidFill>
            <a:srgbClr val="C465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EB3135-A2EF-93A6-46D4-07DBD5693F92}"/>
              </a:ext>
            </a:extLst>
          </p:cNvPr>
          <p:cNvSpPr txBox="1"/>
          <p:nvPr/>
        </p:nvSpPr>
        <p:spPr>
          <a:xfrm>
            <a:off x="4737100" y="3352800"/>
            <a:ext cx="2768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C46526"/>
                </a:solidFill>
                <a:latin typeface="Aptos" panose="020B0004020202020204" pitchFamily="34" charset="0"/>
              </a:rPr>
              <a:t>Claim tiles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AA4724-503C-E6D4-4FD2-92720F467AC6}"/>
              </a:ext>
            </a:extLst>
          </p:cNvPr>
          <p:cNvSpPr txBox="1"/>
          <p:nvPr/>
        </p:nvSpPr>
        <p:spPr>
          <a:xfrm>
            <a:off x="4737100" y="3721100"/>
            <a:ext cx="2768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#pragma omp atomic capture protects next_tile.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67F7DF-CAA4-9BCC-3484-1222E817881E}"/>
              </a:ext>
            </a:extLst>
          </p:cNvPr>
          <p:cNvSpPr/>
          <p:nvPr/>
        </p:nvSpPr>
        <p:spPr>
          <a:xfrm>
            <a:off x="8128000" y="3175000"/>
            <a:ext cx="3175000" cy="965200"/>
          </a:xfrm>
          <a:prstGeom prst="rect">
            <a:avLst/>
          </a:prstGeom>
          <a:solidFill>
            <a:srgbClr val="EEF4FA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1E4F35-1A97-3CFF-4FAE-766DA0C73503}"/>
              </a:ext>
            </a:extLst>
          </p:cNvPr>
          <p:cNvSpPr/>
          <p:nvPr/>
        </p:nvSpPr>
        <p:spPr>
          <a:xfrm>
            <a:off x="8128000" y="3175000"/>
            <a:ext cx="76200" cy="965200"/>
          </a:xfrm>
          <a:prstGeom prst="rect">
            <a:avLst/>
          </a:prstGeom>
          <a:solidFill>
            <a:srgbClr val="2658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6124C4-3AD4-6268-BF86-112759DA8807}"/>
              </a:ext>
            </a:extLst>
          </p:cNvPr>
          <p:cNvSpPr txBox="1"/>
          <p:nvPr/>
        </p:nvSpPr>
        <p:spPr>
          <a:xfrm>
            <a:off x="8356600" y="3352800"/>
            <a:ext cx="27686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26588B"/>
                </a:solidFill>
                <a:latin typeface="Aptos" panose="020B0004020202020204" pitchFamily="34" charset="0"/>
              </a:rPr>
              <a:t>Call kernels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31BA18-2C5C-2EE2-406D-1F45E0C65602}"/>
              </a:ext>
            </a:extLst>
          </p:cNvPr>
          <p:cNvSpPr txBox="1"/>
          <p:nvPr/>
        </p:nvSpPr>
        <p:spPr>
          <a:xfrm>
            <a:off x="8356600" y="3721100"/>
            <a:ext cx="2768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call_tile_kernel(...) selects RVV, IME, or mixed mode.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CEBBF9-547C-C96A-3868-E983F4207EDE}"/>
              </a:ext>
            </a:extLst>
          </p:cNvPr>
          <p:cNvSpPr/>
          <p:nvPr/>
        </p:nvSpPr>
        <p:spPr>
          <a:xfrm>
            <a:off x="1168400" y="4978400"/>
            <a:ext cx="9855200" cy="533400"/>
          </a:xfrm>
          <a:prstGeom prst="rect">
            <a:avLst/>
          </a:prstGeom>
          <a:solidFill>
            <a:srgbClr val="F8FAFC"/>
          </a:solidFill>
          <a:ln w="11430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30152-F7C3-DC46-9227-6DA31774D607}"/>
              </a:ext>
            </a:extLst>
          </p:cNvPr>
          <p:cNvSpPr txBox="1"/>
          <p:nvPr/>
        </p:nvSpPr>
        <p:spPr>
          <a:xfrm>
            <a:off x="1397000" y="5130800"/>
            <a:ext cx="9398000" cy="178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60" b="1">
                <a:solidFill>
                  <a:srgbClr val="1E242E"/>
                </a:solidFill>
                <a:latin typeface="Aptos" panose="020B0004020202020204" pitchFamily="34" charset="0"/>
              </a:rPr>
              <a:t>#pragma omp parallel  -&gt;  sched_getcpu()  -&gt;  atomic tile claim  -&gt;  call_tile_kernel(...)</a:t>
            </a:r>
          </a:p>
        </p:txBody>
      </p:sp>
    </p:spTree>
    <p:extLst>
      <p:ext uri="{BB962C8B-B14F-4D97-AF65-F5344CB8AC3E}">
        <p14:creationId xmlns:p14="http://schemas.microsoft.com/office/powerpoint/2010/main" val="252472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395F63-BF05-0549-CD5B-7A85331518A9}"/>
              </a:ext>
            </a:extLst>
          </p:cNvPr>
          <p:cNvSpPr txBox="1"/>
          <p:nvPr/>
        </p:nvSpPr>
        <p:spPr>
          <a:xfrm>
            <a:off x="482600" y="254000"/>
            <a:ext cx="711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E8794"/>
                </a:solidFill>
                <a:latin typeface="Aptos" panose="020B0004020202020204" pitchFamily="34" charset="0"/>
              </a:rPr>
              <a:t>RISC-V K1 | VLEN=256 | RVV + IME | OpenMP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C9B03-4E16-54A4-984B-7307D0790D6F}"/>
              </a:ext>
            </a:extLst>
          </p:cNvPr>
          <p:cNvSpPr txBox="1"/>
          <p:nvPr/>
        </p:nvSpPr>
        <p:spPr>
          <a:xfrm>
            <a:off x="482600" y="508000"/>
            <a:ext cx="939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22238"/>
                </a:solidFill>
                <a:latin typeface="Aptos" panose="020B0004020202020204" pitchFamily="34" charset="0"/>
              </a:rPr>
              <a:t>Scheduler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3C22A-CB13-3DCB-F4F0-3A793A9D5FE9}"/>
              </a:ext>
            </a:extLst>
          </p:cNvPr>
          <p:cNvSpPr txBox="1"/>
          <p:nvPr/>
        </p:nvSpPr>
        <p:spPr>
          <a:xfrm>
            <a:off x="508000" y="952500"/>
            <a:ext cx="10414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The scheduler is the main OpenMP tiling logic.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38E56-95FD-2539-D66D-E139706C8D9B}"/>
              </a:ext>
            </a:extLst>
          </p:cNvPr>
          <p:cNvSpPr txBox="1"/>
          <p:nvPr/>
        </p:nvSpPr>
        <p:spPr>
          <a:xfrm>
            <a:off x="11176000" y="330200"/>
            <a:ext cx="533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87E7A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2C1329-4CA2-4DCE-A69D-6004B906F474}"/>
              </a:ext>
            </a:extLst>
          </p:cNvPr>
          <p:cNvCxnSpPr/>
          <p:nvPr/>
        </p:nvCxnSpPr>
        <p:spPr>
          <a:xfrm>
            <a:off x="482600" y="1270000"/>
            <a:ext cx="11226800" cy="0"/>
          </a:xfrm>
          <a:prstGeom prst="line">
            <a:avLst/>
          </a:prstGeom>
          <a:ln w="11430">
            <a:solidFill>
              <a:srgbClr val="CD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8B3DEC0-0E07-9F57-848D-FA343AD23BB6}"/>
              </a:ext>
            </a:extLst>
          </p:cNvPr>
          <p:cNvSpPr txBox="1"/>
          <p:nvPr/>
        </p:nvSpPr>
        <p:spPr>
          <a:xfrm>
            <a:off x="482600" y="6578600"/>
            <a:ext cx="11176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30">
                <a:solidFill>
                  <a:srgbClr val="7E8794"/>
                </a:solidFill>
                <a:latin typeface="Aptos" panose="020B0004020202020204" pitchFamily="34" charset="0"/>
              </a:rPr>
              <a:t>HETEROGENEOUS_RVV_IME_OPENMP_GEMM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4B586-3187-D4B7-FB0F-577765AEA8F8}"/>
              </a:ext>
            </a:extLst>
          </p:cNvPr>
          <p:cNvSpPr/>
          <p:nvPr/>
        </p:nvSpPr>
        <p:spPr>
          <a:xfrm>
            <a:off x="685800" y="1968500"/>
            <a:ext cx="1778000" cy="889000"/>
          </a:xfrm>
          <a:prstGeom prst="rect">
            <a:avLst/>
          </a:prstGeom>
          <a:solidFill>
            <a:srgbClr val="EEF4FA"/>
          </a:solidFill>
          <a:ln w="11430">
            <a:solidFill>
              <a:srgbClr val="2658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340C6-C189-FC21-F8E1-42C5940F4443}"/>
              </a:ext>
            </a:extLst>
          </p:cNvPr>
          <p:cNvSpPr txBox="1"/>
          <p:nvPr/>
        </p:nvSpPr>
        <p:spPr>
          <a:xfrm>
            <a:off x="812800" y="2260600"/>
            <a:ext cx="152400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80" b="1">
                <a:solidFill>
                  <a:srgbClr val="26588B"/>
                </a:solidFill>
                <a:latin typeface="Aptos" panose="020B0004020202020204" pitchFamily="34" charset="0"/>
              </a:rPr>
              <a:t>start worker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28E88D-065D-59F7-A9AA-CD9C3185B699}"/>
              </a:ext>
            </a:extLst>
          </p:cNvPr>
          <p:cNvCxnSpPr/>
          <p:nvPr/>
        </p:nvCxnSpPr>
        <p:spPr>
          <a:xfrm>
            <a:off x="2463800" y="2413000"/>
            <a:ext cx="279400" cy="0"/>
          </a:xfrm>
          <a:prstGeom prst="line">
            <a:avLst/>
          </a:prstGeom>
          <a:ln w="22860">
            <a:solidFill>
              <a:srgbClr val="7E879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910773B-9712-8846-3F06-2C63AEBF9AC6}"/>
              </a:ext>
            </a:extLst>
          </p:cNvPr>
          <p:cNvSpPr/>
          <p:nvPr/>
        </p:nvSpPr>
        <p:spPr>
          <a:xfrm>
            <a:off x="2870200" y="1968500"/>
            <a:ext cx="1778000" cy="889000"/>
          </a:xfrm>
          <a:prstGeom prst="rect">
            <a:avLst/>
          </a:prstGeom>
          <a:solidFill>
            <a:srgbClr val="E8F6F5"/>
          </a:solidFill>
          <a:ln w="11430">
            <a:solidFill>
              <a:srgbClr val="187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4D34EB-39D9-4ACB-CA49-8CEE69D153DC}"/>
              </a:ext>
            </a:extLst>
          </p:cNvPr>
          <p:cNvSpPr txBox="1"/>
          <p:nvPr/>
        </p:nvSpPr>
        <p:spPr>
          <a:xfrm>
            <a:off x="2997200" y="2260600"/>
            <a:ext cx="152400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80" b="1">
                <a:solidFill>
                  <a:srgbClr val="187E7A"/>
                </a:solidFill>
                <a:latin typeface="Aptos" panose="020B0004020202020204" pitchFamily="34" charset="0"/>
              </a:rPr>
              <a:t>read CPU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9803E3-F05B-B6C3-7BCA-53CD33F80B8F}"/>
              </a:ext>
            </a:extLst>
          </p:cNvPr>
          <p:cNvCxnSpPr/>
          <p:nvPr/>
        </p:nvCxnSpPr>
        <p:spPr>
          <a:xfrm>
            <a:off x="4648200" y="2413000"/>
            <a:ext cx="279400" cy="0"/>
          </a:xfrm>
          <a:prstGeom prst="line">
            <a:avLst/>
          </a:prstGeom>
          <a:ln w="22860">
            <a:solidFill>
              <a:srgbClr val="7E879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3A631-01B7-9E26-51FF-A16E82F35908}"/>
              </a:ext>
            </a:extLst>
          </p:cNvPr>
          <p:cNvSpPr/>
          <p:nvPr/>
        </p:nvSpPr>
        <p:spPr>
          <a:xfrm>
            <a:off x="5054600" y="1968500"/>
            <a:ext cx="1778000" cy="889000"/>
          </a:xfrm>
          <a:prstGeom prst="rect">
            <a:avLst/>
          </a:prstGeom>
          <a:solidFill>
            <a:srgbClr val="FDF2E8"/>
          </a:solidFill>
          <a:ln w="11430">
            <a:solidFill>
              <a:srgbClr val="C465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37355-36D3-CFFB-6462-B35FA0DFFFB3}"/>
              </a:ext>
            </a:extLst>
          </p:cNvPr>
          <p:cNvSpPr txBox="1"/>
          <p:nvPr/>
        </p:nvSpPr>
        <p:spPr>
          <a:xfrm>
            <a:off x="5181600" y="2260600"/>
            <a:ext cx="152400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80" b="1">
                <a:solidFill>
                  <a:srgbClr val="C46526"/>
                </a:solidFill>
                <a:latin typeface="Aptos" panose="020B0004020202020204" pitchFamily="34" charset="0"/>
              </a:rPr>
              <a:t>take next C tile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0618EC-4836-69A4-BFC0-F9FE38048CF0}"/>
              </a:ext>
            </a:extLst>
          </p:cNvPr>
          <p:cNvCxnSpPr/>
          <p:nvPr/>
        </p:nvCxnSpPr>
        <p:spPr>
          <a:xfrm>
            <a:off x="6832600" y="2413000"/>
            <a:ext cx="279400" cy="0"/>
          </a:xfrm>
          <a:prstGeom prst="line">
            <a:avLst/>
          </a:prstGeom>
          <a:ln w="22860">
            <a:solidFill>
              <a:srgbClr val="7E879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4477B8E-DCD5-D3B6-9F7A-25385D626342}"/>
              </a:ext>
            </a:extLst>
          </p:cNvPr>
          <p:cNvSpPr/>
          <p:nvPr/>
        </p:nvSpPr>
        <p:spPr>
          <a:xfrm>
            <a:off x="7239000" y="1968500"/>
            <a:ext cx="1778000" cy="889000"/>
          </a:xfrm>
          <a:prstGeom prst="rect">
            <a:avLst/>
          </a:prstGeom>
          <a:solidFill>
            <a:srgbClr val="EEF4FA"/>
          </a:solidFill>
          <a:ln w="11430">
            <a:solidFill>
              <a:srgbClr val="2658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0BE0AA-6F83-7128-5CFC-8AA0F036200A}"/>
              </a:ext>
            </a:extLst>
          </p:cNvPr>
          <p:cNvSpPr txBox="1"/>
          <p:nvPr/>
        </p:nvSpPr>
        <p:spPr>
          <a:xfrm>
            <a:off x="7366000" y="2260600"/>
            <a:ext cx="152400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80" b="1">
                <a:solidFill>
                  <a:srgbClr val="26588B"/>
                </a:solidFill>
                <a:latin typeface="Aptos" panose="020B0004020202020204" pitchFamily="34" charset="0"/>
              </a:rPr>
              <a:t>dispatch kernel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1712E0-9C60-C9DF-843D-9623192F2FC7}"/>
              </a:ext>
            </a:extLst>
          </p:cNvPr>
          <p:cNvCxnSpPr/>
          <p:nvPr/>
        </p:nvCxnSpPr>
        <p:spPr>
          <a:xfrm>
            <a:off x="9017000" y="2413000"/>
            <a:ext cx="279400" cy="0"/>
          </a:xfrm>
          <a:prstGeom prst="line">
            <a:avLst/>
          </a:prstGeom>
          <a:ln w="22860">
            <a:solidFill>
              <a:srgbClr val="7E879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74E1574-BFCB-B071-C661-997B90F4E826}"/>
              </a:ext>
            </a:extLst>
          </p:cNvPr>
          <p:cNvSpPr/>
          <p:nvPr/>
        </p:nvSpPr>
        <p:spPr>
          <a:xfrm>
            <a:off x="9423400" y="1968500"/>
            <a:ext cx="1778000" cy="889000"/>
          </a:xfrm>
          <a:prstGeom prst="rect">
            <a:avLst/>
          </a:prstGeom>
          <a:solidFill>
            <a:srgbClr val="EFF8F3"/>
          </a:solidFill>
          <a:ln w="11430">
            <a:solidFill>
              <a:srgbClr val="4082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5185EA-53C0-8903-AB6E-6B4A380500A9}"/>
              </a:ext>
            </a:extLst>
          </p:cNvPr>
          <p:cNvSpPr txBox="1"/>
          <p:nvPr/>
        </p:nvSpPr>
        <p:spPr>
          <a:xfrm>
            <a:off x="9550400" y="2260600"/>
            <a:ext cx="152400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80" b="1">
                <a:solidFill>
                  <a:srgbClr val="408258"/>
                </a:solidFill>
                <a:latin typeface="Aptos" panose="020B0004020202020204" pitchFamily="34" charset="0"/>
              </a:rPr>
              <a:t>record result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4B1A26-EB5C-6130-160C-7466F1B78544}"/>
              </a:ext>
            </a:extLst>
          </p:cNvPr>
          <p:cNvSpPr/>
          <p:nvPr/>
        </p:nvSpPr>
        <p:spPr>
          <a:xfrm>
            <a:off x="1524000" y="3683000"/>
            <a:ext cx="9144000" cy="1143000"/>
          </a:xfrm>
          <a:prstGeom prst="rect">
            <a:avLst/>
          </a:prstGeom>
          <a:solidFill>
            <a:srgbClr val="F8FAFC"/>
          </a:solidFill>
          <a:ln w="11430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F8A55E-3EC4-B49D-4719-16871593363B}"/>
              </a:ext>
            </a:extLst>
          </p:cNvPr>
          <p:cNvSpPr txBox="1"/>
          <p:nvPr/>
        </p:nvSpPr>
        <p:spPr>
          <a:xfrm>
            <a:off x="1841500" y="39116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22238"/>
                </a:solidFill>
                <a:latin typeface="Aptos" panose="020B0004020202020204" pitchFamily="34" charset="0"/>
              </a:rPr>
              <a:t>Key source 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1ED466-1697-5ACD-1EC1-3DE6B4CC6839}"/>
              </a:ext>
            </a:extLst>
          </p:cNvPr>
          <p:cNvSpPr txBox="1"/>
          <p:nvPr/>
        </p:nvSpPr>
        <p:spPr>
          <a:xfrm>
            <a:off x="1841500" y="4292600"/>
            <a:ext cx="330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87E7A"/>
                </a:solidFill>
                <a:latin typeface="Aptos" panose="020B0004020202020204" pitchFamily="34" charset="0"/>
              </a:rPr>
              <a:t>src/openmp_tile_scheduler.h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1542E5-C964-D8DA-3B72-2251D895249B}"/>
              </a:ext>
            </a:extLst>
          </p:cNvPr>
          <p:cNvSpPr txBox="1"/>
          <p:nvPr/>
        </p:nvSpPr>
        <p:spPr>
          <a:xfrm>
            <a:off x="5435600" y="4051300"/>
            <a:ext cx="482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This file contains the OpenMP tile loop, CPU detection, tile claiming, and worker tile counters.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6B7637-C03C-A784-DE6B-2C9B5E5359C5}"/>
              </a:ext>
            </a:extLst>
          </p:cNvPr>
          <p:cNvSpPr txBox="1"/>
          <p:nvPr/>
        </p:nvSpPr>
        <p:spPr>
          <a:xfrm>
            <a:off x="1270000" y="5588000"/>
            <a:ext cx="965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50" b="1">
                <a:solidFill>
                  <a:srgbClr val="C46526"/>
                </a:solidFill>
                <a:latin typeface="Aptos" panose="020B0004020202020204" pitchFamily="34" charset="0"/>
              </a:rPr>
              <a:t>Meaning: every worker owns a C tile before it calls the RVV or IME kernel.</a:t>
            </a:r>
          </a:p>
        </p:txBody>
      </p:sp>
    </p:spTree>
    <p:extLst>
      <p:ext uri="{BB962C8B-B14F-4D97-AF65-F5344CB8AC3E}">
        <p14:creationId xmlns:p14="http://schemas.microsoft.com/office/powerpoint/2010/main" val="373515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7F074-1437-3A70-2C8F-1F2D1503D4BC}"/>
              </a:ext>
            </a:extLst>
          </p:cNvPr>
          <p:cNvSpPr txBox="1"/>
          <p:nvPr/>
        </p:nvSpPr>
        <p:spPr>
          <a:xfrm>
            <a:off x="482600" y="254000"/>
            <a:ext cx="711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E8794"/>
                </a:solidFill>
                <a:latin typeface="Aptos" panose="020B0004020202020204" pitchFamily="34" charset="0"/>
              </a:rPr>
              <a:t>RISC-V K1 | VLEN=256 | RVV + IME | OpenMP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10AED-F087-E1BF-0CF7-BE7532C663A4}"/>
              </a:ext>
            </a:extLst>
          </p:cNvPr>
          <p:cNvSpPr txBox="1"/>
          <p:nvPr/>
        </p:nvSpPr>
        <p:spPr>
          <a:xfrm>
            <a:off x="482600" y="508000"/>
            <a:ext cx="939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22238"/>
                </a:solidFill>
                <a:latin typeface="Aptos" panose="020B0004020202020204" pitchFamily="34" charset="0"/>
              </a:rPr>
              <a:t>Source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0C7CE-EC8D-B01C-5597-A1A8247A1C7A}"/>
              </a:ext>
            </a:extLst>
          </p:cNvPr>
          <p:cNvSpPr txBox="1"/>
          <p:nvPr/>
        </p:nvSpPr>
        <p:spPr>
          <a:xfrm>
            <a:off x="508000" y="952500"/>
            <a:ext cx="10414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The implementation is small enough to explain with five 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D450A-A8D8-8A93-1128-D9003353F9A4}"/>
              </a:ext>
            </a:extLst>
          </p:cNvPr>
          <p:cNvSpPr txBox="1"/>
          <p:nvPr/>
        </p:nvSpPr>
        <p:spPr>
          <a:xfrm>
            <a:off x="11176000" y="330200"/>
            <a:ext cx="533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87E7A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406A83-9A93-16F1-2272-096B25191DCB}"/>
              </a:ext>
            </a:extLst>
          </p:cNvPr>
          <p:cNvCxnSpPr/>
          <p:nvPr/>
        </p:nvCxnSpPr>
        <p:spPr>
          <a:xfrm>
            <a:off x="482600" y="1270000"/>
            <a:ext cx="11226800" cy="0"/>
          </a:xfrm>
          <a:prstGeom prst="line">
            <a:avLst/>
          </a:prstGeom>
          <a:ln w="11430">
            <a:solidFill>
              <a:srgbClr val="CD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BE6754-D88F-BE4E-1DCA-2A9DEC249A91}"/>
              </a:ext>
            </a:extLst>
          </p:cNvPr>
          <p:cNvSpPr txBox="1"/>
          <p:nvPr/>
        </p:nvSpPr>
        <p:spPr>
          <a:xfrm>
            <a:off x="482600" y="6578600"/>
            <a:ext cx="11176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30">
                <a:solidFill>
                  <a:srgbClr val="7E8794"/>
                </a:solidFill>
                <a:latin typeface="Aptos" panose="020B0004020202020204" pitchFamily="34" charset="0"/>
              </a:rPr>
              <a:t>HETEROGENEOUS_RVV_IME_OPENMP_GEMM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C463BA-656D-8288-6CBA-1DE9F9432A16}"/>
              </a:ext>
            </a:extLst>
          </p:cNvPr>
          <p:cNvSpPr/>
          <p:nvPr/>
        </p:nvSpPr>
        <p:spPr>
          <a:xfrm>
            <a:off x="889000" y="1727200"/>
            <a:ext cx="685800" cy="406400"/>
          </a:xfrm>
          <a:prstGeom prst="rect">
            <a:avLst/>
          </a:prstGeom>
          <a:solidFill>
            <a:srgbClr val="E8F6F5"/>
          </a:solidFill>
          <a:ln w="11430">
            <a:solidFill>
              <a:srgbClr val="187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957A3-8FA3-3445-179A-705E945494A4}"/>
              </a:ext>
            </a:extLst>
          </p:cNvPr>
          <p:cNvSpPr txBox="1"/>
          <p:nvPr/>
        </p:nvSpPr>
        <p:spPr>
          <a:xfrm>
            <a:off x="1041400" y="1816100"/>
            <a:ext cx="3810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40" b="1">
                <a:solidFill>
                  <a:srgbClr val="187E7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EBE11-9AA0-DBDA-9ACA-FB201DCA67B6}"/>
              </a:ext>
            </a:extLst>
          </p:cNvPr>
          <p:cNvSpPr txBox="1"/>
          <p:nvPr/>
        </p:nvSpPr>
        <p:spPr>
          <a:xfrm>
            <a:off x="1879600" y="1752600"/>
            <a:ext cx="3365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30" b="1">
                <a:solidFill>
                  <a:srgbClr val="122238"/>
                </a:solidFill>
                <a:latin typeface="Aptos" panose="020B0004020202020204" pitchFamily="34" charset="0"/>
              </a:rPr>
              <a:t>src/openmp_heterogeneous_gemm.c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A30AC9-7F10-0050-625F-2FFB5F22BE5B}"/>
              </a:ext>
            </a:extLst>
          </p:cNvPr>
          <p:cNvSpPr txBox="1"/>
          <p:nvPr/>
        </p:nvSpPr>
        <p:spPr>
          <a:xfrm>
            <a:off x="5461000" y="1739900"/>
            <a:ext cx="5461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Benchmark entry point: parses setup, starts timing, prints CSV results.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ACDC78-5A70-B845-324E-27D5DA973FAD}"/>
              </a:ext>
            </a:extLst>
          </p:cNvPr>
          <p:cNvSpPr/>
          <p:nvPr/>
        </p:nvSpPr>
        <p:spPr>
          <a:xfrm>
            <a:off x="889000" y="2514600"/>
            <a:ext cx="685800" cy="406400"/>
          </a:xfrm>
          <a:prstGeom prst="rect">
            <a:avLst/>
          </a:prstGeom>
          <a:solidFill>
            <a:srgbClr val="E8F6F5"/>
          </a:solidFill>
          <a:ln w="11430">
            <a:solidFill>
              <a:srgbClr val="187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716A-8F9C-07FB-30D9-829CD5249659}"/>
              </a:ext>
            </a:extLst>
          </p:cNvPr>
          <p:cNvSpPr txBox="1"/>
          <p:nvPr/>
        </p:nvSpPr>
        <p:spPr>
          <a:xfrm>
            <a:off x="1041400" y="2603500"/>
            <a:ext cx="3810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40" b="1">
                <a:solidFill>
                  <a:srgbClr val="187E7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BD02D-C558-CE93-ABEF-E88614AB8A3D}"/>
              </a:ext>
            </a:extLst>
          </p:cNvPr>
          <p:cNvSpPr txBox="1"/>
          <p:nvPr/>
        </p:nvSpPr>
        <p:spPr>
          <a:xfrm>
            <a:off x="1879600" y="2540000"/>
            <a:ext cx="3365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30" b="1">
                <a:solidFill>
                  <a:srgbClr val="122238"/>
                </a:solidFill>
                <a:latin typeface="Aptos" panose="020B0004020202020204" pitchFamily="34" charset="0"/>
              </a:rPr>
              <a:t>src/openmp_tile_scheduler.h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D68F71-036E-5D80-4F4A-0F993A03C830}"/>
              </a:ext>
            </a:extLst>
          </p:cNvPr>
          <p:cNvSpPr txBox="1"/>
          <p:nvPr/>
        </p:nvSpPr>
        <p:spPr>
          <a:xfrm>
            <a:off x="5461000" y="2527300"/>
            <a:ext cx="5461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OpenMP tiling: splits C, claims tiles, records worker CPUs and tile counts.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1F346D-3C9E-2AD9-14AA-95890519BA48}"/>
              </a:ext>
            </a:extLst>
          </p:cNvPr>
          <p:cNvSpPr/>
          <p:nvPr/>
        </p:nvSpPr>
        <p:spPr>
          <a:xfrm>
            <a:off x="889000" y="3302000"/>
            <a:ext cx="685800" cy="406400"/>
          </a:xfrm>
          <a:prstGeom prst="rect">
            <a:avLst/>
          </a:prstGeom>
          <a:solidFill>
            <a:srgbClr val="E8F6F5"/>
          </a:solidFill>
          <a:ln w="11430">
            <a:solidFill>
              <a:srgbClr val="187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1F6D5B-9EF2-4B02-C899-9388F19A72E2}"/>
              </a:ext>
            </a:extLst>
          </p:cNvPr>
          <p:cNvSpPr txBox="1"/>
          <p:nvPr/>
        </p:nvSpPr>
        <p:spPr>
          <a:xfrm>
            <a:off x="1041400" y="3390900"/>
            <a:ext cx="3810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40" b="1">
                <a:solidFill>
                  <a:srgbClr val="187E7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6B3B26-9C0F-D826-5A9A-787433D03687}"/>
              </a:ext>
            </a:extLst>
          </p:cNvPr>
          <p:cNvSpPr txBox="1"/>
          <p:nvPr/>
        </p:nvSpPr>
        <p:spPr>
          <a:xfrm>
            <a:off x="1879600" y="3327400"/>
            <a:ext cx="3365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30" b="1">
                <a:solidFill>
                  <a:srgbClr val="122238"/>
                </a:solidFill>
                <a:latin typeface="Aptos" panose="020B0004020202020204" pitchFamily="34" charset="0"/>
              </a:rPr>
              <a:t>src/openmp_kernel_dispatch.h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B41C2C-2986-3C30-F343-872CBD753CA9}"/>
              </a:ext>
            </a:extLst>
          </p:cNvPr>
          <p:cNvSpPr txBox="1"/>
          <p:nvPr/>
        </p:nvSpPr>
        <p:spPr>
          <a:xfrm>
            <a:off x="5461000" y="3314700"/>
            <a:ext cx="5461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Kernel dispatch: selects the RVV, IME, or mixed execution path.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4069EA-50AE-A2BF-C3F6-C9D47AEB848E}"/>
              </a:ext>
            </a:extLst>
          </p:cNvPr>
          <p:cNvSpPr/>
          <p:nvPr/>
        </p:nvSpPr>
        <p:spPr>
          <a:xfrm>
            <a:off x="889000" y="4089400"/>
            <a:ext cx="685800" cy="406400"/>
          </a:xfrm>
          <a:prstGeom prst="rect">
            <a:avLst/>
          </a:prstGeom>
          <a:solidFill>
            <a:srgbClr val="E8F6F5"/>
          </a:solidFill>
          <a:ln w="11430">
            <a:solidFill>
              <a:srgbClr val="187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F6936A-F9DF-9422-CE72-1C4C10FCDE96}"/>
              </a:ext>
            </a:extLst>
          </p:cNvPr>
          <p:cNvSpPr txBox="1"/>
          <p:nvPr/>
        </p:nvSpPr>
        <p:spPr>
          <a:xfrm>
            <a:off x="1041400" y="4178300"/>
            <a:ext cx="3810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40" b="1">
                <a:solidFill>
                  <a:srgbClr val="187E7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91B7B9-397C-5B04-ED80-47E16B10DF71}"/>
              </a:ext>
            </a:extLst>
          </p:cNvPr>
          <p:cNvSpPr txBox="1"/>
          <p:nvPr/>
        </p:nvSpPr>
        <p:spPr>
          <a:xfrm>
            <a:off x="1879600" y="4114800"/>
            <a:ext cx="3365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30" b="1">
                <a:solidFill>
                  <a:srgbClr val="122238"/>
                </a:solidFill>
                <a:latin typeface="Aptos" panose="020B0004020202020204" pitchFamily="34" charset="0"/>
              </a:rPr>
              <a:t>src/openmp_validation.h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775FB5-7E3B-9019-2CA0-C8FD156E61AB}"/>
              </a:ext>
            </a:extLst>
          </p:cNvPr>
          <p:cNvSpPr txBox="1"/>
          <p:nvPr/>
        </p:nvSpPr>
        <p:spPr>
          <a:xfrm>
            <a:off x="5461000" y="4102100"/>
            <a:ext cx="5461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Validation: compares computed output when checking is enabled.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BBFCF9-D309-954E-D6C5-E5D43A10DB20}"/>
              </a:ext>
            </a:extLst>
          </p:cNvPr>
          <p:cNvSpPr/>
          <p:nvPr/>
        </p:nvSpPr>
        <p:spPr>
          <a:xfrm>
            <a:off x="889000" y="4876800"/>
            <a:ext cx="685800" cy="406400"/>
          </a:xfrm>
          <a:prstGeom prst="rect">
            <a:avLst/>
          </a:prstGeom>
          <a:solidFill>
            <a:srgbClr val="E8F6F5"/>
          </a:solidFill>
          <a:ln w="11430">
            <a:solidFill>
              <a:srgbClr val="187E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F83A9B-12C9-DA65-46DD-31113071DC52}"/>
              </a:ext>
            </a:extLst>
          </p:cNvPr>
          <p:cNvSpPr txBox="1"/>
          <p:nvPr/>
        </p:nvSpPr>
        <p:spPr>
          <a:xfrm>
            <a:off x="1041400" y="4965700"/>
            <a:ext cx="3810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40" b="1">
                <a:solidFill>
                  <a:srgbClr val="187E7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1F9AC8-8557-0760-D0BD-5E94CEDB23DD}"/>
              </a:ext>
            </a:extLst>
          </p:cNvPr>
          <p:cNvSpPr txBox="1"/>
          <p:nvPr/>
        </p:nvSpPr>
        <p:spPr>
          <a:xfrm>
            <a:off x="1879600" y="4902200"/>
            <a:ext cx="33655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30" b="1">
                <a:solidFill>
                  <a:srgbClr val="122238"/>
                </a:solidFill>
                <a:latin typeface="Aptos" panose="020B0004020202020204" pitchFamily="34" charset="0"/>
              </a:rPr>
              <a:t>scripts/run_openmp_tiled_gemm_mode.sh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CF8A5C-EA67-DFCC-1D53-44C4A329BED9}"/>
              </a:ext>
            </a:extLst>
          </p:cNvPr>
          <p:cNvSpPr txBox="1"/>
          <p:nvPr/>
        </p:nvSpPr>
        <p:spPr>
          <a:xfrm>
            <a:off x="5461000" y="4889500"/>
            <a:ext cx="5461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Run script: builds with -fopenmp and sets CPU/OpenMP variables.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07CC0A-0D10-4436-EBDB-1BC4A6023908}"/>
              </a:ext>
            </a:extLst>
          </p:cNvPr>
          <p:cNvSpPr txBox="1"/>
          <p:nvPr/>
        </p:nvSpPr>
        <p:spPr>
          <a:xfrm>
            <a:off x="1143000" y="5867400"/>
            <a:ext cx="990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87E7A"/>
                </a:solidFill>
                <a:latin typeface="Aptos" panose="020B0004020202020204" pitchFamily="34" charset="0"/>
              </a:rPr>
              <a:t>Main file to show for OpenMP scheduling: src/openmp_tile_scheduler.h</a:t>
            </a:r>
          </a:p>
        </p:txBody>
      </p:sp>
    </p:spTree>
    <p:extLst>
      <p:ext uri="{BB962C8B-B14F-4D97-AF65-F5344CB8AC3E}">
        <p14:creationId xmlns:p14="http://schemas.microsoft.com/office/powerpoint/2010/main" val="368619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49D297-F823-D1AA-08F0-550AA49D27B6}"/>
              </a:ext>
            </a:extLst>
          </p:cNvPr>
          <p:cNvSpPr txBox="1"/>
          <p:nvPr/>
        </p:nvSpPr>
        <p:spPr>
          <a:xfrm>
            <a:off x="482600" y="254000"/>
            <a:ext cx="711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7E8794"/>
                </a:solidFill>
                <a:latin typeface="Aptos" panose="020B0004020202020204" pitchFamily="34" charset="0"/>
              </a:rPr>
              <a:t>RISC-V K1 | VLEN=256 | RVV + IME | OpenMP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FBDA9-5306-87C9-3DE7-2A27E9834AFA}"/>
              </a:ext>
            </a:extLst>
          </p:cNvPr>
          <p:cNvSpPr txBox="1"/>
          <p:nvPr/>
        </p:nvSpPr>
        <p:spPr>
          <a:xfrm>
            <a:off x="482600" y="508000"/>
            <a:ext cx="939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22238"/>
                </a:solidFill>
                <a:latin typeface="Aptos" panose="020B0004020202020204" pitchFamily="34" charset="0"/>
              </a:rPr>
              <a:t>Comparison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05899-48EB-8B9F-3BBD-CB82AD592971}"/>
              </a:ext>
            </a:extLst>
          </p:cNvPr>
          <p:cNvSpPr txBox="1"/>
          <p:nvPr/>
        </p:nvSpPr>
        <p:spPr>
          <a:xfrm>
            <a:off x="508000" y="952500"/>
            <a:ext cx="1041400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80">
                <a:solidFill>
                  <a:srgbClr val="4E5765"/>
                </a:solidFill>
                <a:latin typeface="Aptos" panose="020B0004020202020204" pitchFamily="34" charset="0"/>
              </a:rPr>
              <a:t>The same performance metrics are used for single-core and OpenMP runs.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33DA8-F679-C195-B52F-C11391BAA9EA}"/>
              </a:ext>
            </a:extLst>
          </p:cNvPr>
          <p:cNvSpPr txBox="1"/>
          <p:nvPr/>
        </p:nvSpPr>
        <p:spPr>
          <a:xfrm>
            <a:off x="11176000" y="330200"/>
            <a:ext cx="533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87E7A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CB4DF-0A16-D42C-C73D-CFD30631AEF1}"/>
              </a:ext>
            </a:extLst>
          </p:cNvPr>
          <p:cNvCxnSpPr/>
          <p:nvPr/>
        </p:nvCxnSpPr>
        <p:spPr>
          <a:xfrm>
            <a:off x="482600" y="1270000"/>
            <a:ext cx="11226800" cy="0"/>
          </a:xfrm>
          <a:prstGeom prst="line">
            <a:avLst/>
          </a:prstGeom>
          <a:ln w="11430">
            <a:solidFill>
              <a:srgbClr val="CD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BB61C03-586E-AA67-638F-1EA133A7919D}"/>
              </a:ext>
            </a:extLst>
          </p:cNvPr>
          <p:cNvSpPr txBox="1"/>
          <p:nvPr/>
        </p:nvSpPr>
        <p:spPr>
          <a:xfrm>
            <a:off x="482600" y="6578600"/>
            <a:ext cx="11176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30">
                <a:solidFill>
                  <a:srgbClr val="7E8794"/>
                </a:solidFill>
                <a:latin typeface="Aptos" panose="020B0004020202020204" pitchFamily="34" charset="0"/>
              </a:rPr>
              <a:t>HETEROGENEOUS_RVV_IME_OPENMP_GEMM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02B873-CF5A-15AF-988D-87C2D68510FD}"/>
              </a:ext>
            </a:extLst>
          </p:cNvPr>
          <p:cNvSpPr/>
          <p:nvPr/>
        </p:nvSpPr>
        <p:spPr>
          <a:xfrm>
            <a:off x="965200" y="1803400"/>
            <a:ext cx="3111500" cy="1092200"/>
          </a:xfrm>
          <a:prstGeom prst="rect">
            <a:avLst/>
          </a:prstGeom>
          <a:solidFill>
            <a:srgbClr val="EEF4FA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B429C-30FD-3CCA-79D8-54D869D8D3CD}"/>
              </a:ext>
            </a:extLst>
          </p:cNvPr>
          <p:cNvSpPr/>
          <p:nvPr/>
        </p:nvSpPr>
        <p:spPr>
          <a:xfrm>
            <a:off x="965200" y="1803400"/>
            <a:ext cx="76200" cy="1092200"/>
          </a:xfrm>
          <a:prstGeom prst="rect">
            <a:avLst/>
          </a:prstGeom>
          <a:solidFill>
            <a:srgbClr val="2658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22840-9A0B-0A47-D286-FBF19421415A}"/>
              </a:ext>
            </a:extLst>
          </p:cNvPr>
          <p:cNvSpPr txBox="1"/>
          <p:nvPr/>
        </p:nvSpPr>
        <p:spPr>
          <a:xfrm>
            <a:off x="1193800" y="1981200"/>
            <a:ext cx="27051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26588B"/>
                </a:solidFill>
                <a:latin typeface="Aptos" panose="020B0004020202020204" pitchFamily="34" charset="0"/>
              </a:rPr>
              <a:t>Core-isolated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4BBBD1-D93F-A219-02C1-994168BD28D0}"/>
              </a:ext>
            </a:extLst>
          </p:cNvPr>
          <p:cNvSpPr txBox="1"/>
          <p:nvPr/>
        </p:nvSpPr>
        <p:spPr>
          <a:xfrm>
            <a:off x="1193800" y="2349500"/>
            <a:ext cx="27051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One kernel on one pinned core.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6ABC1-3591-B40F-ABA1-0BB09436A48E}"/>
              </a:ext>
            </a:extLst>
          </p:cNvPr>
          <p:cNvSpPr/>
          <p:nvPr/>
        </p:nvSpPr>
        <p:spPr>
          <a:xfrm>
            <a:off x="4546600" y="1803400"/>
            <a:ext cx="3111500" cy="1092200"/>
          </a:xfrm>
          <a:prstGeom prst="rect">
            <a:avLst/>
          </a:prstGeom>
          <a:solidFill>
            <a:srgbClr val="E8F6F5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0CC05D-EB02-E83C-C525-B0F05514E1B9}"/>
              </a:ext>
            </a:extLst>
          </p:cNvPr>
          <p:cNvSpPr/>
          <p:nvPr/>
        </p:nvSpPr>
        <p:spPr>
          <a:xfrm>
            <a:off x="4546600" y="1803400"/>
            <a:ext cx="76200" cy="1092200"/>
          </a:xfrm>
          <a:prstGeom prst="rect">
            <a:avLst/>
          </a:prstGeom>
          <a:solidFill>
            <a:srgbClr val="18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934481-D33B-AFA8-BB48-99DA90164F38}"/>
              </a:ext>
            </a:extLst>
          </p:cNvPr>
          <p:cNvSpPr txBox="1"/>
          <p:nvPr/>
        </p:nvSpPr>
        <p:spPr>
          <a:xfrm>
            <a:off x="4775200" y="1981200"/>
            <a:ext cx="27051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187E7A"/>
                </a:solidFill>
                <a:latin typeface="Aptos" panose="020B0004020202020204" pitchFamily="34" charset="0"/>
              </a:rPr>
              <a:t>OpenMP domain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AF41F-F0EB-543F-A82F-52D7D9A36FCF}"/>
              </a:ext>
            </a:extLst>
          </p:cNvPr>
          <p:cNvSpPr txBox="1"/>
          <p:nvPr/>
        </p:nvSpPr>
        <p:spPr>
          <a:xfrm>
            <a:off x="4775200" y="2349500"/>
            <a:ext cx="27051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RVV-only or IME-only tiles across selected cores.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E75AB0-F0AD-0440-8B71-8CC5F21C2CF0}"/>
              </a:ext>
            </a:extLst>
          </p:cNvPr>
          <p:cNvSpPr/>
          <p:nvPr/>
        </p:nvSpPr>
        <p:spPr>
          <a:xfrm>
            <a:off x="8128000" y="1803400"/>
            <a:ext cx="3111500" cy="1092200"/>
          </a:xfrm>
          <a:prstGeom prst="rect">
            <a:avLst/>
          </a:prstGeom>
          <a:solidFill>
            <a:srgbClr val="FDF2E8"/>
          </a:solidFill>
          <a:ln w="10795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F80841-9704-97F4-B5F9-343AC2079DC5}"/>
              </a:ext>
            </a:extLst>
          </p:cNvPr>
          <p:cNvSpPr/>
          <p:nvPr/>
        </p:nvSpPr>
        <p:spPr>
          <a:xfrm>
            <a:off x="8128000" y="1803400"/>
            <a:ext cx="76200" cy="1092200"/>
          </a:xfrm>
          <a:prstGeom prst="rect">
            <a:avLst/>
          </a:prstGeom>
          <a:solidFill>
            <a:srgbClr val="C465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A2CDA2-5F55-746F-6540-E766F2A83547}"/>
              </a:ext>
            </a:extLst>
          </p:cNvPr>
          <p:cNvSpPr txBox="1"/>
          <p:nvPr/>
        </p:nvSpPr>
        <p:spPr>
          <a:xfrm>
            <a:off x="8356600" y="1981200"/>
            <a:ext cx="2705100" cy="19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80" b="1">
                <a:solidFill>
                  <a:srgbClr val="C46526"/>
                </a:solidFill>
                <a:latin typeface="Aptos" panose="020B0004020202020204" pitchFamily="34" charset="0"/>
              </a:rPr>
              <a:t>Mixed RVV-IME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3684F-1D8B-4A10-9014-F43BF8D445C8}"/>
              </a:ext>
            </a:extLst>
          </p:cNvPr>
          <p:cNvSpPr txBox="1"/>
          <p:nvPr/>
        </p:nvSpPr>
        <p:spPr>
          <a:xfrm>
            <a:off x="8356600" y="2349500"/>
            <a:ext cx="27051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4E5765"/>
                </a:solidFill>
                <a:latin typeface="Aptos" panose="020B0004020202020204" pitchFamily="34" charset="0"/>
              </a:rPr>
              <a:t>Both domains cooperate on the same GEMM.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99CA00-0614-F179-5380-FD4C5763B11A}"/>
              </a:ext>
            </a:extLst>
          </p:cNvPr>
          <p:cNvSpPr/>
          <p:nvPr/>
        </p:nvSpPr>
        <p:spPr>
          <a:xfrm>
            <a:off x="1168400" y="3810000"/>
            <a:ext cx="9855200" cy="939800"/>
          </a:xfrm>
          <a:prstGeom prst="rect">
            <a:avLst/>
          </a:prstGeom>
          <a:solidFill>
            <a:srgbClr val="F8FAFC"/>
          </a:solidFill>
          <a:ln w="11430">
            <a:solidFill>
              <a:srgbClr val="CD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9FC13A-BCEA-6446-7E35-9BCDF347816F}"/>
              </a:ext>
            </a:extLst>
          </p:cNvPr>
          <p:cNvSpPr txBox="1"/>
          <p:nvPr/>
        </p:nvSpPr>
        <p:spPr>
          <a:xfrm>
            <a:off x="1524000" y="40259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22238"/>
                </a:solidFill>
                <a:latin typeface="Aptos" panose="020B0004020202020204" pitchFamily="34" charset="0"/>
              </a:rPr>
              <a:t>Result 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173FD-30C3-E736-171F-8A446C9A12A7}"/>
              </a:ext>
            </a:extLst>
          </p:cNvPr>
          <p:cNvSpPr txBox="1"/>
          <p:nvPr/>
        </p:nvSpPr>
        <p:spPr>
          <a:xfrm>
            <a:off x="1524000" y="4368800"/>
            <a:ext cx="9144000" cy="1431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30">
                <a:solidFill>
                  <a:srgbClr val="4E5765"/>
                </a:solidFill>
                <a:latin typeface="Aptos" panose="020B0004020202020204" pitchFamily="34" charset="0"/>
              </a:rPr>
              <a:t>k1_01_rvv_ime_summary_latest.csv  |  openmp_summary_latest_k1-rvv.csv  |  openmp_summary_latest_k1-ime.csv  |  k1_openmp_heterogeneous_summary_latest.csv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7B91EB-9E78-8550-BA57-DB63F5277F76}"/>
              </a:ext>
            </a:extLst>
          </p:cNvPr>
          <p:cNvSpPr txBox="1"/>
          <p:nvPr/>
        </p:nvSpPr>
        <p:spPr>
          <a:xfrm>
            <a:off x="1333500" y="5334000"/>
            <a:ext cx="9525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50" b="1">
                <a:solidFill>
                  <a:srgbClr val="122238"/>
                </a:solidFill>
                <a:latin typeface="Aptos" panose="020B0004020202020204" pitchFamily="34" charset="0"/>
              </a:rPr>
              <a:t>Metrics: time_sec, GFLOPS, GOPS, mean, median, standard deviation.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581C60-DCD3-C3B3-AE06-DE824EA9FB6B}"/>
              </a:ext>
            </a:extLst>
          </p:cNvPr>
          <p:cNvSpPr txBox="1"/>
          <p:nvPr/>
        </p:nvSpPr>
        <p:spPr>
          <a:xfrm>
            <a:off x="1333500" y="5816600"/>
            <a:ext cx="9525000" cy="1877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20" b="1">
                <a:solidFill>
                  <a:srgbClr val="187E7A"/>
                </a:solidFill>
                <a:latin typeface="Aptos" panose="020B0004020202020204" pitchFamily="34" charset="0"/>
              </a:rPr>
              <a:t>Final message: single-core tests measure kernels; OpenMP tests full-board execution.</a:t>
            </a:r>
          </a:p>
        </p:txBody>
      </p:sp>
    </p:spTree>
    <p:extLst>
      <p:ext uri="{BB962C8B-B14F-4D97-AF65-F5344CB8AC3E}">
        <p14:creationId xmlns:p14="http://schemas.microsoft.com/office/powerpoint/2010/main" val="51324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787</Words>
  <Application>Microsoft Office PowerPoint</Application>
  <PresentationFormat>Custom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Babar HUSSAIN</dc:creator>
  <cp:lastModifiedBy>Babar HUSSAIN</cp:lastModifiedBy>
  <cp:revision>1</cp:revision>
  <dcterms:created xsi:type="dcterms:W3CDTF">2026-07-10T11:35:37Z</dcterms:created>
  <dcterms:modified xsi:type="dcterms:W3CDTF">2026-07-10T18:50:47Z</dcterms:modified>
</cp:coreProperties>
</file>